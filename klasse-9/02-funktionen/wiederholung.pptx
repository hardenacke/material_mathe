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Themengebiet: Funktionen
Stufe: Klasse 9
Die Präsentation ist als kurze Wiederholung vor bzw. zu Beginn einer Unterrichtsphase gedacht.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Wie lautet die Normalparabel?
Lösung: f(x)=x².
2. Welche Nullstellen hat f(x)=x²−9?
Lösung: x=−3 und x=3.
3. Wie lautet die Normalparabel?
Lösung: f(x)=x².
4. Welche Nullstellen hat f(x)=x²−9?
Lösung: x=−3 und x=3.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Was bewirkt f(x)=(x−2)²+3?
Lösung: Verschiebung um 2 nach rechts und 3 nach oben.
2. Welche Information liefert der Scheitelpunkt in einem Sachmodell?
Lösung: Ein Extremum, z. B. maximale Höhe oder minimale Kosten.
3. Was bewirkt f(x)=(x−2)²+3?
Lösung: Verschiebung um 2 nach rechts und 3 nach 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Bestimme den Scheitel von f(x)=2(x+1)²−4.
Lösung: S(−1|−4).
2. Ein Ball: h(t)=−5t²+20t+1. Wann ist die maximale Höhe?
Lösung: Bei t=−b/(2a)=2 s.
3. Bestimme den Scheitel von f(x)=2(x+1)²−4.
Lösung: S(−1|−4).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Welche Information liefert der Scheitelpunkt in einem Sachmodell?
Lösung: Ein Extremum, z. B. maximale Höhe oder minimale Kosten.
2. Ein Ball: h(t)=−5t²+20t+1. Wann ist die maximale Höhe?
Lösung: Bei t=−b/(2a)=2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Bestimme den Scheitel von f(x)=2(x+1)²−4.
Lösung: S(−1|−4).
2. Ein Ball: h(t)=−5t²+20t+1. Wann ist die maximale Höhe?
Lösung: Bei t=−b/(2a)=2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Wie verändert a in a(x−d)²+e den Graphen?
Lösung: Vorzeichen: Öffnung; |a|: Streckung/Stauchung.
2. Warum ist nicht jede algebraische Nullstelle im Kontext sinnvoll?
Lösung: Sie kann außerhalb des sinnvollen Definitionsbereichs liegen, z. B. negative Zeit.
3. „Ein steigender Graph hat immer positive Funktionswerte.“ – Korrigiere.
Lösung: Steigend bedeutet positive Änderungsrate/Steigung; der Funktionswert kann trotzdem negativ sein.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Wie lautet die Normalparabel?
Lösung: f(x)=x².
2. Welche Nullstellen hat f(x)=x²−9?
Lösung: x=−3 und x=3.
3. Was bewirkt f(x)=(x−2)²+3?
Lösung: Verschiebung um 2 nach rechts und 3 nach oben.
4. Welche Information liefert der Scheitelpunkt in einem Sachmodell?
Lösung: Ein Extremum, z. B. maximale Höhe oder minimale Kosten.
5. Was bewirkt f(x)=(x−2)²+3?
Lösung: Verschiebung um 2 nach rechts und 3 nach 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2A7F8E"/>
          </a:solidFill>
          <a:ln w="12700">
            <a:solidFill>
              <a:srgbClr val="2A7F8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Funktionen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Quadratische Funktionen; Normalparabel, Transformationen, Eigenschaften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Nullstellen, Scheitelpunkt und Anwendungen quadratischer Funktionen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Funktionen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764792"/>
            <a:ext cx="438912" cy="438912"/>
          </a:xfrm>
          <a:prstGeom prst="ellipse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lautet die Normalparabel?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64224" y="1764792"/>
            <a:ext cx="438912" cy="438912"/>
          </a:xfrm>
          <a:prstGeom prst="ellipse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31152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Nullstellen hat f(x)=x²−9?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621024"/>
            <a:ext cx="438912" cy="438912"/>
          </a:xfrm>
          <a:prstGeom prst="ellipse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lautet die Normalparabel?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64224" y="3621024"/>
            <a:ext cx="438912" cy="438912"/>
          </a:xfrm>
          <a:prstGeom prst="ellipse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1152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Nullstellen hat f(x)=x²−9?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49808" y="5532120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Ziel: erst Sicherheit gewinnen – dann steigern.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bewirkt f(x)=(x−2)²+3?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Information liefert der Scheitelpunkt in einem Sachmodell?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bewirkt f(x)=(x−2)²+3?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EAF5F5"/>
          </a:solidFill>
          <a:ln w="15240">
            <a:solidFill>
              <a:srgbClr val="2A7F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Scheitelpunktform: f(x)=a(x−d)²+e.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Nullstellen: f(x)=0; Scheitel: Extrempunkt der Parabel.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EAF5F5"/>
          </a:solidFill>
          <a:ln w="13970">
            <a:solidFill>
              <a:srgbClr val="2A7F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Scheitelpunktform: f(x)=a(x−d)²+e.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Bestimme den Scheitel von f(x)=2(x+1)²−4.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Ball: h(t)=−5t²+20t+1. Wann ist die maximale Höhe?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Bestimme den Scheitel von f(x)=2(x+1)²−4.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5880" y="5440680"/>
            <a:ext cx="5394960" cy="0"/>
          </a:xfrm>
          <a:prstGeom prst="line">
            <a:avLst/>
          </a:prstGeom>
          <a:noFill/>
          <a:ln w="1651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325880" y="5440680"/>
            <a:ext cx="0" cy="-3337560"/>
          </a:xfrm>
          <a:prstGeom prst="line">
            <a:avLst/>
          </a:prstGeom>
          <a:noFill/>
          <a:ln w="1651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325880" y="1201681"/>
            <a:ext cx="67437" cy="13929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93317" y="1340976"/>
            <a:ext cx="67437" cy="13627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60754" y="1477253"/>
            <a:ext cx="67437" cy="13326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28191" y="1610513"/>
            <a:ext cx="67437" cy="13024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95628" y="1740756"/>
            <a:ext cx="67437" cy="12722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3065" y="1867982"/>
            <a:ext cx="67437" cy="12420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30502" y="1992191"/>
            <a:ext cx="67437" cy="12119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97939" y="2113382"/>
            <a:ext cx="67437" cy="11817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65376" y="2231556"/>
            <a:ext cx="67437" cy="11515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32813" y="2346713"/>
            <a:ext cx="67437" cy="11214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0250" y="2458853"/>
            <a:ext cx="67437" cy="10912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67687" y="2567976"/>
            <a:ext cx="67437" cy="10610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35124" y="2674081"/>
            <a:ext cx="67437" cy="103088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02561" y="2777169"/>
            <a:ext cx="67437" cy="10007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69998" y="2877240"/>
            <a:ext cx="67437" cy="9705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37435" y="2974294"/>
            <a:ext cx="67437" cy="9403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04872" y="3068330"/>
            <a:ext cx="67437" cy="9101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72309" y="3159350"/>
            <a:ext cx="67437" cy="8800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39746" y="3247352"/>
            <a:ext cx="67437" cy="8498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07183" y="3332337"/>
            <a:ext cx="67437" cy="81968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74620" y="3414304"/>
            <a:ext cx="67437" cy="7895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42057" y="3493255"/>
            <a:ext cx="67437" cy="7593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809494" y="3569188"/>
            <a:ext cx="67437" cy="7291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876931" y="3642104"/>
            <a:ext cx="67437" cy="6989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4368" y="3712003"/>
            <a:ext cx="67437" cy="6688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11805" y="3778884"/>
            <a:ext cx="67437" cy="6386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079242" y="3842749"/>
            <a:ext cx="67437" cy="6084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46679" y="3903596"/>
            <a:ext cx="67437" cy="5783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14116" y="3961426"/>
            <a:ext cx="67437" cy="5481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81553" y="4016238"/>
            <a:ext cx="67437" cy="5179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48990" y="4068034"/>
            <a:ext cx="67437" cy="48778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16427" y="4116812"/>
            <a:ext cx="67437" cy="4576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483864" y="4162573"/>
            <a:ext cx="67437" cy="4274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51301" y="4205317"/>
            <a:ext cx="67437" cy="3972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618738" y="4245044"/>
            <a:ext cx="67437" cy="3670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686175" y="4281753"/>
            <a:ext cx="67437" cy="3369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753612" y="4315445"/>
            <a:ext cx="67437" cy="3067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821049" y="4346120"/>
            <a:ext cx="67437" cy="27658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88486" y="4373778"/>
            <a:ext cx="67437" cy="2464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955923" y="4398419"/>
            <a:ext cx="67437" cy="2162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023360" y="4420042"/>
            <a:ext cx="67437" cy="1860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090797" y="4438648"/>
            <a:ext cx="67437" cy="1558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58234" y="4454237"/>
            <a:ext cx="67437" cy="1257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225671" y="4466809"/>
            <a:ext cx="67437" cy="955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293108" y="4476364"/>
            <a:ext cx="67437" cy="653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360545" y="4482901"/>
            <a:ext cx="67437" cy="352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7982" y="4486421"/>
            <a:ext cx="67437" cy="50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95419" y="4486924"/>
            <a:ext cx="67437" cy="-251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62856" y="4484409"/>
            <a:ext cx="67437" cy="-553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630293" y="4478878"/>
            <a:ext cx="67437" cy="-854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97730" y="4470329"/>
            <a:ext cx="67437" cy="-1156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765167" y="4458763"/>
            <a:ext cx="67437" cy="-1458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832604" y="4444180"/>
            <a:ext cx="67437" cy="-1760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900041" y="4426580"/>
            <a:ext cx="67437" cy="-20618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967478" y="4405962"/>
            <a:ext cx="67437" cy="-2363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034915" y="4382327"/>
            <a:ext cx="67437" cy="-2665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102352" y="4355675"/>
            <a:ext cx="67437" cy="-2966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169789" y="4326006"/>
            <a:ext cx="67437" cy="-3268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237226" y="4293319"/>
            <a:ext cx="67437" cy="-3570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304663" y="4257616"/>
            <a:ext cx="67437" cy="-3872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372100" y="4218895"/>
            <a:ext cx="67437" cy="-41738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439537" y="4177157"/>
            <a:ext cx="67437" cy="-4475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506974" y="4132401"/>
            <a:ext cx="67437" cy="-4777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574411" y="4084629"/>
            <a:ext cx="67437" cy="-5079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641848" y="4033839"/>
            <a:ext cx="67437" cy="-5380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709285" y="3980032"/>
            <a:ext cx="67437" cy="-5682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776722" y="3923208"/>
            <a:ext cx="67437" cy="-5984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44159" y="3863366"/>
            <a:ext cx="67437" cy="-6285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911596" y="3800508"/>
            <a:ext cx="67437" cy="-6587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79033" y="3734632"/>
            <a:ext cx="67437" cy="-68893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46470" y="3665739"/>
            <a:ext cx="67437" cy="-71910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13907" y="3593829"/>
            <a:ext cx="67437" cy="-74927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81344" y="3518901"/>
            <a:ext cx="67437" cy="-7794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248781" y="3440956"/>
            <a:ext cx="67437" cy="-80962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6218" y="3359994"/>
            <a:ext cx="67437" cy="-83979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83655" y="3276015"/>
            <a:ext cx="67437" cy="-86996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51092" y="3189019"/>
            <a:ext cx="67437" cy="-90014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18529" y="3099005"/>
            <a:ext cx="67437" cy="-93031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585966" y="3005975"/>
            <a:ext cx="67437" cy="-96048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653403" y="2909927"/>
            <a:ext cx="67437" cy="-99065"/>
          </a:xfrm>
          <a:prstGeom prst="line">
            <a:avLst/>
          </a:prstGeom>
          <a:noFill/>
          <a:ln w="30480">
            <a:solidFill>
              <a:srgbClr val="2A7F8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02412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Parabel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EAF5F5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104" name="Text 102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Information liefert der Scheitelpunkt in einem Sachmodell?</a:t>
            </a:r>
            <a:endParaRPr lang="en-US" sz="1650" dirty="0"/>
          </a:p>
        </p:txBody>
      </p:sp>
      <p:sp>
        <p:nvSpPr>
          <p:cNvPr id="105" name="Shape 103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108" name="Text 106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Ball: h(t)=−5t²+20t+1. Wann ist die maximale Höhe?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EAF5F5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Bestimme den Scheitel von f(x)=2(x+1)²−4.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Ball: h(t)=−5t²+20t+1. Wann ist die maximale Höhe?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verändert a in a(x−d)²+e den Graphen?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2A7F8E"/>
          </a:solidFill>
          <a:ln w="12700">
            <a:solidFill>
              <a:srgbClr val="2A7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7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ist nicht jede algebraische Nullstelle im Kontext sinnvoll?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„Ein steigender Graph hat immer positive Funktionswerte.“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9 · Funktionen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lautet die Normalparabel?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Nullstellen hat f(x)=x²−9?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bewirkt f(x)=(x−2)²+3?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Information liefert der Scheitelpunkt in einem Sachmodell?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bewirkt f(x)=(x−2)²+3?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9 – Funktionen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