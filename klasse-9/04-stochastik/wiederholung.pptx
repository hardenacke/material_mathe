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Klasse 9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Daten: 2, 4, 6. Mittelwert?
Lösung: 4.
2. Was kann eine abgeschnittene y-Achse bewirken?
Lösung: Unterschiede erscheinen größer als sie relativ sind.
3. Daten: 2, 4, 6. Mittelwert?
Lösung: 4.
4. Was kann eine abgeschnittene y-Achse bewirken?
Lösung: Unterschiede erscheinen größer als sie relativ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Streuung?
Lösung: Wie stark Daten um einen typischen Wert verteilt sind.
2. Welche drei Dinge prüfst du zuerst bei einem Diagramm?
Lösung: Achsenstart/-skala, Einheit, Bezugsgröße/Quelle.
3. Was bedeutet Streuung?
Lösung: Wie stark Daten um einen typischen Wert verteilt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Vergleiche A={4,4,4,4} und B={1,3,5,7}: gleicher Mittelwert?
Lösung: Ja, beide 4; B streut stärker.
2. Ein Balken ist optisch doppelt so hoch, Werte sind 52 und 56. Was könnte passiert sein?
Lösung: Die y-Achse startet nahe 50 statt bei 0.
3. Vergleiche A={4,4,4,4} und B={1,3,5,7}: gleicher Mittelwert?
Lösung: Ja, beide 4; B streut stärker.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drei Dinge prüfst du zuerst bei einem Diagramm?
Lösung: Achsenstart/-skala, Einheit, Bezugsgröße/Quelle.
2. Ein Balken ist optisch doppelt so hoch, Werte sind 52 und 56. Was könnte passiert sein?
Lösung: Die y-Achse startet nahe 50 statt bei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Vergleiche A={4,4,4,4} und B={1,3,5,7}: gleicher Mittelwert?
Lösung: Ja, beide 4; B streut stärker.
2. Ein Balken ist optisch doppelt so hoch, Werte sind 52 und 56. Was könnte passiert sein?
Lösung: Die y-Achse startet nahe 50 statt bei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reicht ein Mittelwert allein oft nicht zur Beschreibung eines Datensatzes?
Lösung: Verteilung und Streuung können trotz gleichem Mittelwert verschieden sein.
2. Warum kann auch ein korrektes Diagramm irreführend sein?
Lösung: Auswahl, Zeitraum, Aggregation oder fehlender Kontext können verzerren.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Daten: 2, 4, 6. Mittelwert?
Lösung: 4.
2. Was kann eine abgeschnittene y-Achse bewirken?
Lösung: Unterschiede erscheinen größer als sie relativ sind.
3. Was bedeutet Streuung?
Lösung: Wie stark Daten um einen typischen Wert verteilt sind.
4. Welche drei Dinge prüfst du zuerst bei einem Diagramm?
Lösung: Achsenstart/-skala, Einheit, Bezugsgröße/Quelle.
5. Was bedeutet Streuung?
Lösung: Wie stark Daten um einen typischen Wert verteilt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Datenerhebungen, Kennwerte und Streuung beschreiben und vergleichen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Diagramme, Skalierungen und mögliche Manipulationen kritisch beurteilen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Lage + Streuung gemeinsam betrachten.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Diagramme kritisch lesen: Skala, Bezugsgröße, Quelle, Zeitraum.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Lage + Streuung gemeinsam betrachten.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473245"/>
            <a:ext cx="594360" cy="921715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880714"/>
            <a:ext cx="594360" cy="1514246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156509"/>
            <a:ext cx="594360" cy="2238451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551530"/>
            <a:ext cx="594360" cy="1843430"/>
          </a:xfrm>
          <a:prstGeom prst="rect">
            <a:avLst/>
          </a:prstGeom>
          <a:solidFill>
            <a:srgbClr val="D9863D">
              <a:alpha val="75000"/>
            </a:srgbClr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761488"/>
            <a:ext cx="594360" cy="2633472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5394960"/>
            <a:ext cx="530352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5394960"/>
            <a:ext cx="0" cy="-347472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ein Mittelwert allein oft nicht zur Beschreibung eines Datensatzes?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auch ein korrektes Diagramm irreführend sein?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