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 und Analysis
Stufe: Qualifikationsphase – Leistungskurs (Q1/Q2)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Leite f(x)=sin(x)+eˣ ab.
Lösung: f′(x)=cos(x)+eˣ.
2. Leite f(x)=x²·eˣ ab.
Lösung: f′(x)=2x·eˣ+x²·eˣ=eˣ(x²+2x).
3. Welche notwendige Bedingung gilt an einer inneren Extremstelle?
Lösung: f′(x)=0.
4. Was ist ln(e³)?
Lösung: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Ableitung hat cos(x)?
Lösung: −sin(x).
2. Wie lautet die Kettenregel?
Lösung: Produktregel: (uv)′=u′v+uv′. Kettenregel: (g∘h)′=(g′∘h)·h′.
3. Was ist der Unterschied zwischen Extremwertproblem und Steckbriefaufgabe?
Lösung: Extremwert: optimieren; Steckbrief: Funktion aus Bedingungen bestimmen.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Bestimme Extremstellen von sin(x) auf [0,2π].
Lösung: Maximum π/2, Minimum 3π/2.
2. Leite f(x)=e^(3x−1) ab.
Lösung: f′(x)=3e^(3x−1).
3. Rechteck mit Umfang 20: A(x)=x(10−x). Wo liegt das Maximum?
Lösung: A′=10−2x=0 → x=5; Quadrat 5×5.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lautet die Kettenregel?
Lösung: Produktregel: (uv)′=u′v+uv′. Kettenregel: (g∘h)′=(g′∘h)·h′.
2. Rechteck mit Umfang 20: A(x)=x(10−x). Wo liegt das Maximum?
Lösung: A′=10−2x=0 → x=5; Quadrat 5×5.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Konstante Rate 4 Einheiten/h über 3 h: Bestandsänderung?
Lösung: 12 Einheiten.
2. Berechne ∫₀² 2x dx.
Lösung: [x²]₀²=4.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eignen sich Sinusfunktionen für periodische Modelle?
Lösung: Sie wiederholen sich mit fester Periode und lassen Amplitude/Phase skalieren.
2. Warum verschwindet die Konstante C beim bestimmten Integral?
Lösung: Sie kürzt sich in F(b)−F(a) heraus.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Berechnen Sie die Ableitung von f(x)=x·e²ˣ.
Lösung: f′(x)=e²ˣ+2x·e²ˣ=e²ˣ(1+2x).
2. Bestimmen Sie die Periodenlänge von f(x)=2·sin(3x)+1.
Lösung: T=2π/3.
3. Untersuchen Sie fₐ(x)=x²+a·x auf Extremstellen.
Lösung: fₐ′(x)=2x+a=0 ⇒ x=−a/2; wegen fₐ′′(x)=2 liegt dort ein Minimum.
4. Zeigen Sie für x&gt;0, dass F(x)=x·ln(x)−x eine Stammfunktion von f(x)=ln(x) ist.
Lösung: F′(x)=ln(x)+1−1=ln(x).
5. Beurteilen Sie die Aussage: „Bei fₐ(x)=eᵃˣ mit a&gt;0 erfolgt die Verdopplung immer nach gleich langen Zeitabständen.“
Lösung: Richtig. Die Verdopplungszeit ist konstant und beträgt ln(2)/a.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 und Analysis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Ganzrationale, Exponential-, Sinus- und Kosinusfunktionen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Produktregel, Kettenregel, Funktionenscharen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Extremwertprobleme und Rekonstruktion von Funktionstermen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Natürliche Logarithmusfunktion, Umkehrfunktionen und rationale Potenzfunktionen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Produktsumme, orientierte Fläche, Bestandsfunktion und Integralfunktion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987552" y="5440680"/>
            <a:ext cx="4572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D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weitere Schwerpunkte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Funktionen und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f(x)=sin(x)+eˣ ab.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f(x)=x²·eˣ ab.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notwendige Bedingung gilt an einer inneren Extremstelle?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ln(e³)?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Ableitung hat cos(x)?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Kettenregel?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Extremwertproblem und Steckbriefaufgabe?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(sin x)′=cos x; (cos x)′=−sin x; (eˣ)′=eˣ.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(g(h(x)))′=g′(h(x))·h′(x)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 → Zielfunktion → Definitionsbereich → Ableiten → prüfen → deuten.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(sin x)′=cos x; (cos x)′=−sin x; (eˣ)′=eˣ.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Extremstellen von sin(x) auf [0,2π].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f(x)=e^(3x−1) ab.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619252"/>
            <a:ext cx="67437" cy="-23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616923"/>
            <a:ext cx="67437" cy="-244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614476"/>
            <a:ext cx="67437" cy="-25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611908"/>
            <a:ext cx="67437" cy="-26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609211"/>
            <a:ext cx="67437" cy="-28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606379"/>
            <a:ext cx="67437" cy="-29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603406"/>
            <a:ext cx="67437" cy="-31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00285"/>
            <a:ext cx="67437" cy="-3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597008"/>
            <a:ext cx="67437" cy="-3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593566"/>
            <a:ext cx="67437" cy="-36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89953"/>
            <a:ext cx="67437" cy="-37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86160"/>
            <a:ext cx="67437" cy="-39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82177"/>
            <a:ext cx="67437" cy="-41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577994"/>
            <a:ext cx="67437" cy="-43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573603"/>
            <a:ext cx="67437" cy="-46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568993"/>
            <a:ext cx="67437" cy="-4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564152"/>
            <a:ext cx="67437" cy="-50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559070"/>
            <a:ext cx="67437" cy="-53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553733"/>
            <a:ext cx="67437" cy="-56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548130"/>
            <a:ext cx="67437" cy="-58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542247"/>
            <a:ext cx="67437" cy="-61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536070"/>
            <a:ext cx="67437" cy="-64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529585"/>
            <a:ext cx="67437" cy="-68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522775"/>
            <a:ext cx="67437" cy="-71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515626"/>
            <a:ext cx="67437" cy="-75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508119"/>
            <a:ext cx="67437" cy="-7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500237"/>
            <a:ext cx="67437" cy="-82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4491961"/>
            <a:ext cx="67437" cy="-86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4483272"/>
            <a:ext cx="67437" cy="-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474149"/>
            <a:ext cx="67437" cy="-95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464570"/>
            <a:ext cx="67437" cy="-100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454513"/>
            <a:ext cx="67437" cy="-105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443953"/>
            <a:ext cx="67437" cy="-110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432865"/>
            <a:ext cx="67437" cy="-11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421224"/>
            <a:ext cx="67437" cy="-122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409001"/>
            <a:ext cx="67437" cy="-1283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96167"/>
            <a:ext cx="67437" cy="-134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82693"/>
            <a:ext cx="67437" cy="-141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68545"/>
            <a:ext cx="67437" cy="-148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53690"/>
            <a:ext cx="67437" cy="-155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338093"/>
            <a:ext cx="67437" cy="-163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321717"/>
            <a:ext cx="67437" cy="-171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304523"/>
            <a:ext cx="67437" cy="-180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286470"/>
            <a:ext cx="67437" cy="-189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267515"/>
            <a:ext cx="67437" cy="-19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247613"/>
            <a:ext cx="67437" cy="-208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226717"/>
            <a:ext cx="67437" cy="-219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204777"/>
            <a:ext cx="67437" cy="-23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181741"/>
            <a:ext cx="67437" cy="-241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157554"/>
            <a:ext cx="67437" cy="-25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132158"/>
            <a:ext cx="67437" cy="-266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105494"/>
            <a:ext cx="67437" cy="-27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077498"/>
            <a:ext cx="67437" cy="-29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048104"/>
            <a:ext cx="67437" cy="-308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017240"/>
            <a:ext cx="67437" cy="-324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984835"/>
            <a:ext cx="67437" cy="-340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950811"/>
            <a:ext cx="67437" cy="-357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3915088"/>
            <a:ext cx="67437" cy="-3750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3877579"/>
            <a:ext cx="67437" cy="-393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3838197"/>
            <a:ext cx="67437" cy="-413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3796847"/>
            <a:ext cx="67437" cy="-434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3753432"/>
            <a:ext cx="67437" cy="-45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3707847"/>
            <a:ext cx="67437" cy="-478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3659986"/>
            <a:ext cx="67437" cy="-502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3609733"/>
            <a:ext cx="67437" cy="-527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556969"/>
            <a:ext cx="67437" cy="-553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501570"/>
            <a:ext cx="67437" cy="-581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443403"/>
            <a:ext cx="67437" cy="-610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382331"/>
            <a:ext cx="67437" cy="-641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318207"/>
            <a:ext cx="67437" cy="-673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250880"/>
            <a:ext cx="67437" cy="-706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180189"/>
            <a:ext cx="67437" cy="-742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105966"/>
            <a:ext cx="67437" cy="-779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028036"/>
            <a:ext cx="67437" cy="-81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946212"/>
            <a:ext cx="67437" cy="-8591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860301"/>
            <a:ext cx="67437" cy="-902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770098"/>
            <a:ext cx="67437" cy="-947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675388"/>
            <a:ext cx="67437" cy="-99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575947"/>
            <a:ext cx="67437" cy="-1044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471538"/>
            <a:ext cx="67437" cy="-1096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Exponentialfunktion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Kettenregel?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Konstante Rate 4 Einheiten/h über 3 h: Bestandsänderung?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 ∫₀² 2x dx.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eignen sich Sinusfunktionen für periodische Modelle?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verschwindet die Konstante C beim bestimmten Integral?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im Abiturstil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424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Funktionen und Analysis · an wiederkehrenden Abitur-Schwerpunkten orientiert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194560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die Ableitung von f(x)=x·e²ˣ.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699248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die Periodenlänge von f(x)=2·sin(3x)+1.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UNTERSUCHEN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Untersuchen Sie fₐ(x)=x²+a·x auf Extremstellen.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Zeigen Sie für x&gt;0, dass F(x)=x·ln(x)−x eine Stammfunktion von f(x)=ln(x) ist.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9160"/>
            <a:ext cx="11612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58568" y="4626864"/>
            <a:ext cx="9089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„Bei fₐ(x)=eᵃˣ mit a&gt;0 erfolgt die Verdopplung immer nach gleich langen Zeitabständen.“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632704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 gemäß Standardsicherung NRW · gültig ab Abitur 2023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56052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Leistungskurs (Q1/Q2) – Funktionen und Analysis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