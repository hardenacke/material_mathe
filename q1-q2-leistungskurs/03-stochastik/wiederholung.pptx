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Qualifikationsphase – Leistungskurs (Q1/Q2)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P(A|B)?
Lösung: Wahrscheinlichkeit von A unter der Bedingung B.
2. X nimmt 0 mit 0,4 und 1 mit 0,6 an. E(X)?
Lösung: 0,6.
3. Welche drei Bedingungen hat ein Binomialmodell?
Lösung: Feste n, zwei Ausgänge je Versuch, konstantes p und Unabhängigkeit.
4. Was unterscheidet Prognose- und Konfidenzintervall?
Lösung: Prognoseintervall sagt Stichprobenergebnis bei bekanntem p voraus; Konfidenzintervall schätzt p aus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Größe wird bei P(A|B) zum neuen „Ganzen“?
Lösung: Die Fälle, in denen B eingetreten ist.
2. Was beschreibt der Erwartungswert?
Lösung: Langfristigen durchschnittlichen Wert bei vielen Wiederholungen.
3. E(X) bei X~B(n,p)?
Lösung: np.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40 Personen, 20 tragen Brille; davon 8 fahren Bus. P(Bus | Brille)?
Lösung: 8/20=0,4.
2. X: 0,1,2 mit P=0,25;0,5;0,25. E(X)?
Lösung: 1.
3. X~B(10,0,3): P(X=0)?
Lösung: 0,7¹⁰ ≈ 0,0282.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beschreibt der Erwartungswert?
Lösung: Langfristigen durchschnittlichen Wert bei vielen Wiederholungen.
2. X~B(10,0,3): P(X=0)?
Lösung: 0,7¹⁰ ≈ 0,0282.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beeinflusst das gewünschte Sicherheitsniveau die Intervallbreite?
Lösung: Mehr Sicherheit erfordert größeren abgedeckten Bereich.
2. Bei N(100,15): ungefährer Bereich μ±σ?
Lösung: 85 bis 115.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kann P(A|B) deutlich von P(A) abweichen?
Lösung: Die Bedingung wählt eine andere Teilgruppe mit anderer Verteilung.
2. Warum ist P(X=x)=0 bei stetigen Verteilungen?
Lösung: Wahrscheinlichkeiten entstehen als Flächen über Intervalle; einzelne Punkte haben Fläche 0.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Berechnen Sie Erwartungswert und Standardabweichung für X~B(100;0,5).
Lösung: μ=np=50; σ=√(np(1−p))=5.
2. Bestimmen Sie P(X=0) für X~B(5;0,2).
Lösung: P(X=0)=0,8⁵=0,32768.
3. Beschreiben Sie, wie sich eine größere Standardabweichung auf die Glockenkurve einer Normalverteilung auswirkt.
Lösung: Die Kurve wird breiter und flacher; die Werte streuen stärker um μ.
4. Erläutern Sie, wie eine größere Stichprobe bei gleichem Sicherheitsniveau die Breite eines Konfidenzintervalls beeinflusst.
Lösung: Mit wachsendem Stichprobenumfang wird das Intervall typischerweise schmaler.
5. Beurteilen Sie die Aussage: „Ein höheres Sicherheitsniveau führt bei gleicher Stichprobe zu einem schmaleren Konfidenzintervall.“
Lösung: Falsch. Ein höheres Sicherheitsniveau führt bei gleicher Stichprobe zu einem breiteren Intervall.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Urnenmodelle, Baumdiagramme, Vierfeldertafeln, bedingte Wahrscheinlichkeiten und Pfadregeln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Diskrete Zufallsgrößen; Erwartungswert, Varianz und Standardabweichung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Binomialkoeffizient, Binomialverteilung, Histogramme und σ-Regeln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Prognoseintervall, Konfidenzintervall und Stichprobenumfang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Dichtefunktion, Gaußsche Glockenkurve, Parameter μ und σ, Verteilungsfunktion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nimmt 0 mit 0,4 und 1 mit 0,6 an. E(X)?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Bedingungen hat ein Binomialmodell?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Prognose- und Konfidenzintervall?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E(X) bei X~B(n,p)?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E(X)=Σ xᵢ·P(X=xᵢ).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P(X=k)=C(n,k)p^k(1−p)^(n−k).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beeinflusst das gewünschte Sicherheitsniveau die Intervallbreite?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N(100,15): ungefährer Bereich μ±σ?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P(X=x)=0 bei stetigen Verteilungen?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im Abiturstil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424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Stochastik · an wiederkehrenden Abitur-Schwerpunkten orientiert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194560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Erwartungswert und Standardabweichung für X~B(100;0,5).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699248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P(X=0) für X~B(5;0,2).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Sie, wie sich eine größere Standardabweichung auf die Glockenkurve einer Normalverteilung auswirkt.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 Sie, wie eine größere Stichprobe bei gleichem Sicherheitsniveau die Breite eines Konfidenzintervalls beeinflusst.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9160"/>
            <a:ext cx="11612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58568" y="4626864"/>
            <a:ext cx="9089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„Ein höheres Sicherheitsniveau führt bei gleicher Stichprobe zu einem schmaleren Konfidenzintervall.“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632704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 gemäß Standardsicherung NRW · gültig ab Abitur 2023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56052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Leistungskurs (Q1/Q2)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