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Funktionen und Analysis
Stufe: Einführungsphase (EF)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Bestimme f(2) für f(x)=x³−2x.
Lösung: 4.
2. Was bewirkt f(x−3) gegenüber f(x)?
Lösung: Verschiebung um 3 nach rechts.
3. Was berechnet (f(b)−f(a))/(b−a)?
Lösung: Die mittlere Änderungsrate auf [a,b].
4. Was ist f′(x₀) geometrisch?
Lösung: Steigung der Tangente an f im Punkt x₀.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typischen Symmetrien besitzen x² und x³?
Lösung: x² achsensymmetrisch zur y-Achse; x³ punktsymmetrisch zum Ursprung.
2. Wie erkennt man y-Achsensymmetrie algebraisch?
Lösung: f(−x)=f(x).
3. Was ist geometrisch der Unterschied zwischen Sekante und Tangente?
Lösung: Sekante verbindet zwei Punkte; Tangente beschreibt die lokale Richtung in einem Punkt.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Bestimme die Nullstellen von x³−4x.
Lösung: x(x−2)(x+2)=0 → −2,0,2.
2. Beschreibe g(x)=−2·f(x)+1.
Lösung: Spiegelung an x-Achse, Streckung Faktor 2, Verschiebung um 1 nach oben.
3. f(x)=x²: mittlere Änderungsrate von 1 bis 3.
Lösung: (9−1)/(3−1)=4.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erkennt man y-Achsensymmetrie algebraisch?
Lösung: f(−x)=f(x).
2. f(x)=x²: mittlere Änderungsrate von 1 bis 3.
Lösung: (9−1)/(3−1)=4.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Wenn f bei x=2 ein lokales Maximum hat: Welche notwendige Bedingung gilt meist?
Lösung: f′(2)=0 (bei Differenzierbarkeit).
2. f(x)=x³−3x²: Bestimme kritische Stellen.
Lösung: f′=3x²−6x=3x(x−2) → x=0,2.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bestimmt der höchste Exponent das Verhalten für |x|→∞?
Lösung: Grad und Vorzeichen des Leitkoeffizienten bestimmen das Endverhalten.
2. Was unterscheidet Wendestelle und Extremstelle?
Lösung: Extrem: Wechsel von Steigen/Fallen; Wendung: Wechsel des Krümmungsverhaltens.
3. „Ein steigender Graph hat immer positive Funktionswerte.“ – Korrigiere.
Lösung: Steigend bedeutet positive Änderungsrate/Steigung; der Funktionswert kann trotzdem negativ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Berechnen Sie f(2) für f(x)=x³−2x.
Lösung: f(2)=8−4=4.
2. Bestimmen Sie die Nullstellen von g(x)=x²−4.
Lösung: x=−2 und x=2.
3. Beschreiben Sie die Verschiebung von y=x² zu h(x)=(x−2)²+1.
Lösung: Der Graph wird um 2 nach rechts und um 1 nach oben verschoben.
4. Begründen Sie, dass x=0 eine Nullstelle von p(x)=x³−4x ist.
Lösung: p(0)=0; daher ist x=0 eine Nullstelle.
5. Skizzieren Sie den Graphen von f(x)=x² und markieren Sie Scheitelpunkt und Symmetrieachse.
Lösung: Nach oben geöffnete Parabel mit S(0|0) und Symmetrieachse x=0.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 und Analysis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Potenzfunktionen mit ganzzahligen Exponenten und ganzrationale Funktionen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Graphenverlauf, Definitions-/Wertebereich, Nullstellen, Symmetrie, Verhalten im Unendlichen; Spiegelung/Verschiebung/Streckung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Mittlere und lokale Änderungsrate; Sekante und Tangente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Grundverständnis des Ableitungsbegriffs und graphisches Ableiten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49808" y="5084064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010912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Potenz-, Summen- und Faktorregel; Monotonie, Extrema, Krümmung, Wendepunkte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Funktionen und Analysis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f(2) für f(x)=x³−2x.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bewirkt f(x−3) gegenüber f(x)?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berechnet (f(b)−f(a))/(b−a)?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f′(x₀) geometrisch?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typischen Symmetrien besitzen x² und x³?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erkennt man y-Achsensymmetrie algebraisch?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geometrisch der Unterschied zwischen Sekante und Tangente?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Ganzrationale Funktion: Summe von a_k x^k.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Transformationen: außen wirken vertikal, innen horizontal.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f′(x₀)=lim_{h→0}[f(x₀+h)−f(x₀)]/h.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Ganzrationale Funktion: Summe von a_k x^k.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die Nullstellen von x³−4x.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 g(x)=−2·f(x)+1.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f(x)=x²: mittlere Änderungsrate von 1 bis 3.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5291682"/>
            <a:ext cx="67437" cy="-1696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5121993"/>
            <a:ext cx="67437" cy="-1596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962307"/>
            <a:ext cx="67437" cy="-1499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812366"/>
            <a:ext cx="67437" cy="-14045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671915"/>
            <a:ext cx="67437" cy="-13121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540696"/>
            <a:ext cx="67437" cy="-12224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418453"/>
            <a:ext cx="67437" cy="-1135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304930"/>
            <a:ext cx="67437" cy="-1050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199871"/>
            <a:ext cx="67437" cy="-968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103018"/>
            <a:ext cx="67437" cy="-889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014115"/>
            <a:ext cx="67437" cy="-812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3932907"/>
            <a:ext cx="67437" cy="-7377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3859135"/>
            <a:ext cx="67437" cy="-665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3792545"/>
            <a:ext cx="67437" cy="-5966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3732880"/>
            <a:ext cx="67437" cy="-5299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3679882"/>
            <a:ext cx="67437" cy="-465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3633296"/>
            <a:ext cx="67437" cy="-4043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3592865"/>
            <a:ext cx="67437" cy="-345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3558333"/>
            <a:ext cx="67437" cy="-288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3529443"/>
            <a:ext cx="67437" cy="-2350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3505938"/>
            <a:ext cx="67437" cy="-183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3487563"/>
            <a:ext cx="67437" cy="-135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3474061"/>
            <a:ext cx="67437" cy="-88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3465175"/>
            <a:ext cx="67437" cy="-45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3460649"/>
            <a:ext cx="67437" cy="-4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3460226"/>
            <a:ext cx="67437" cy="34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3463650"/>
            <a:ext cx="67437" cy="701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470665"/>
            <a:ext cx="67437" cy="1034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481014"/>
            <a:ext cx="67437" cy="134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3494440"/>
            <a:ext cx="67437" cy="1624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3510688"/>
            <a:ext cx="67437" cy="1881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3529500"/>
            <a:ext cx="67437" cy="2112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3550620"/>
            <a:ext cx="67437" cy="2317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3573792"/>
            <a:ext cx="67437" cy="2496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3598759"/>
            <a:ext cx="67437" cy="2650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3625265"/>
            <a:ext cx="67437" cy="277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3653053"/>
            <a:ext cx="67437" cy="288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3681867"/>
            <a:ext cx="67437" cy="2958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3711451"/>
            <a:ext cx="67437" cy="300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3741547"/>
            <a:ext cx="67437" cy="303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3771900"/>
            <a:ext cx="67437" cy="303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3802253"/>
            <a:ext cx="67437" cy="300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3832349"/>
            <a:ext cx="67437" cy="2958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3861933"/>
            <a:ext cx="67437" cy="288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3890747"/>
            <a:ext cx="67437" cy="277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3918535"/>
            <a:ext cx="67437" cy="2650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3945041"/>
            <a:ext cx="67437" cy="2496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3970008"/>
            <a:ext cx="67437" cy="2317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3993180"/>
            <a:ext cx="67437" cy="2112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4014300"/>
            <a:ext cx="67437" cy="1881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4033112"/>
            <a:ext cx="67437" cy="1624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4049360"/>
            <a:ext cx="67437" cy="134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4062786"/>
            <a:ext cx="67437" cy="1034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4073135"/>
            <a:ext cx="67437" cy="701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4080150"/>
            <a:ext cx="67437" cy="34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4083574"/>
            <a:ext cx="67437" cy="-4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4083151"/>
            <a:ext cx="67437" cy="-45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4078625"/>
            <a:ext cx="67437" cy="-88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4069739"/>
            <a:ext cx="67437" cy="-135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4056237"/>
            <a:ext cx="67437" cy="-183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4037862"/>
            <a:ext cx="67437" cy="-2350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4014357"/>
            <a:ext cx="67437" cy="-288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3985467"/>
            <a:ext cx="67437" cy="-345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3950935"/>
            <a:ext cx="67437" cy="-4043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3910504"/>
            <a:ext cx="67437" cy="-465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3863918"/>
            <a:ext cx="67437" cy="-5299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3810920"/>
            <a:ext cx="67437" cy="-5966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3751255"/>
            <a:ext cx="67437" cy="-665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3684665"/>
            <a:ext cx="67437" cy="-7377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3610893"/>
            <a:ext cx="67437" cy="-812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3529685"/>
            <a:ext cx="67437" cy="-889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3440782"/>
            <a:ext cx="67437" cy="-968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3343929"/>
            <a:ext cx="67437" cy="-1050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3238870"/>
            <a:ext cx="67437" cy="-1135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3125347"/>
            <a:ext cx="67437" cy="-12224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3003104"/>
            <a:ext cx="67437" cy="-13121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871885"/>
            <a:ext cx="67437" cy="-14045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731434"/>
            <a:ext cx="67437" cy="-1499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581493"/>
            <a:ext cx="67437" cy="-1596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421807"/>
            <a:ext cx="67437" cy="-1696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Funktionsgraph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erkennt man y-Achsensymmetrie algebraisch?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f(x)=x²: mittlere Änderungsrate von 1 bis 3.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f bei x=2 ein lokales Maximum hat: Welche notwendige Bedingung gilt meist?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f(x)=x³−3x²: Bestimme kritische Stellen.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bestimmt der höchste Exponent das Verhalten für |x|→∞?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Wendestelle und Extremstelle?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07008"/>
            <a:ext cx="7680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 im Abiturstil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10424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Funktionen und Analysis · Operatorensprache trainieren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194560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f(2) für f(x)=x³−2x.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699248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die Nullstellen von g(x)=x²−4.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194560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 Sie die Verschiebung von y=x² zu h(x)=(x−2)²+1.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BEGRÜNDEN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699248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Begründen Sie, dass x=0 eine Nullstelle von p(x)=x³−4x ist.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709160"/>
            <a:ext cx="116128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SKIZZIEREN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258568" y="4626864"/>
            <a:ext cx="9089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Skizzieren Sie den Graphen von f(x)=x² und markieren Sie Scheitelpunkt und Symmetrieachse.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5632704"/>
            <a:ext cx="5760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Operatoren gemäß Standardsicherung NRW · gültig ab Abitur 2023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629400" y="5605272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87968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94976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Einführungsphase (EF) – Funktionen und Analysis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