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Abhängigkeiten zwischen Größen in Wort, Tabelle, Diagramm und Termansätzen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Proportionale Zusammenhänge und Dreisatz als vorbereitende Zuordnung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Funktionen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Heft kostet 2 €. Was kosten n Hefte?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Hefte kosten 6 €. Was kostet 1 Heft?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Heft kostet 2 €. Was kosten n Hefte?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Hefte kosten 6 €. Was kostet 1 Heft?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Proportionalität?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Darstellungswechsel hilft, Zusammenhänge zu verstehen.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Proportional: y = k·x.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Darstellungswechsel hilft, Zusammenhänge zu verstehen.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y=3x+2: Berechne y für x=4.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kg Äpfel kosten 12 €. Was kosten 8 kg?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y=3x+2: Berechne y für x=4.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Proportionalität?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kg Äpfel kosten 12 €. Was kosten 8 kg?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y=3x+2: Berechne y für x=4.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kg Äpfel kosten 12 €. Was kosten 8 kg?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Darstellung ist für eine schnelle Prognose besonders hilfreich? Begründe.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„doppelte Zeit → doppelter Weg“ immer proportional?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Heft kostet 2 €. Was kosten n Hefte?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Hefte kosten 6 €. Was kostet 1 Heft?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Proportionalität?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6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