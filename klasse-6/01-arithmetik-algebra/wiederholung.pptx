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3B6EA5"/>
          </a:solidFill>
          <a:ln w="12700">
            <a:solidFill>
              <a:srgbClr val="3B6EA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Arithmetik/Algebra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Teilbarkeit, Primzahlen, Primfaktorzerlegung, Teilbarkeitsregeln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Brüche, endliche und periodische Dezimalzahlen, Prozentdarstellung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Grundrechenarten mit einfachen Brüchen und endlichen Dezimalzahlen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49808" y="4654296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581144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 ganzer Zahlen und Zahlbereichserweiterung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Arithmetik/Algebra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126 durch 3 teilbar? Begründe kurz.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Schreibe 0,75 als Bruch und Prozentzahl.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1/4 + 2/4.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Ordne: −4, 2, −1, 0.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unterscheidet eine Primzahl von einer zusammengesetzten Zahl?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endet die Dezimaldarstellung eines vollständig gekürzten Bruchs?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braucht man bei 1/3 + 1/4 einen gemeinsamen Nenner?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1F7"/>
          </a:solidFill>
          <a:ln w="15240">
            <a:solidFill>
              <a:srgbClr val="3B6E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Primfaktorzerlegung macht Teilbarkeit sichtbar.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Bruch, Dezimalzahl und Prozentzahl sind verschiedene Darstellungen derselben Zahl.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Beim Addieren/Subtrahieren: erst gleichnamig machen.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1F7"/>
          </a:solidFill>
          <a:ln w="13970">
            <a:solidFill>
              <a:srgbClr val="3B6E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Primfaktorzerlegung macht Teilbarkeit sichtbar.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Zerlege 84 in Primfaktoren.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Ordne: 2/3, 0,6, 65 %.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3/5 · 10.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91640" y="2606040"/>
            <a:ext cx="914400" cy="960120"/>
          </a:xfrm>
          <a:prstGeom prst="rect">
            <a:avLst/>
          </a:prstGeom>
          <a:solidFill>
            <a:srgbClr val="3B6EA5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06040" y="2606040"/>
            <a:ext cx="914400" cy="960120"/>
          </a:xfrm>
          <a:prstGeom prst="rect">
            <a:avLst/>
          </a:prstGeom>
          <a:solidFill>
            <a:srgbClr val="3B6EA5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2606040"/>
            <a:ext cx="914400" cy="960120"/>
          </a:xfrm>
          <a:prstGeom prst="rect">
            <a:avLst/>
          </a:prstGeom>
          <a:solidFill>
            <a:srgbClr val="3B6EA5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2606040"/>
            <a:ext cx="914400" cy="960120"/>
          </a:xfrm>
          <a:prstGeom prst="rect">
            <a:avLst/>
          </a:prstGeom>
          <a:solidFill>
            <a:srgbClr val="FFFFFF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9240" y="2606040"/>
            <a:ext cx="914400" cy="960120"/>
          </a:xfrm>
          <a:prstGeom prst="rect">
            <a:avLst/>
          </a:prstGeom>
          <a:solidFill>
            <a:srgbClr val="FFFFFF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794760"/>
            <a:ext cx="10058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6EA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3/5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645920" y="4846320"/>
            <a:ext cx="4754880" cy="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6459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1F7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endet die Dezimaldarstellung eines vollständig gekürzten Bruchs?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3/5 · 10.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1F7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3/5 · 10.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Morgens −3 °C, mittags +5 °C. Um wie viel steigt die Temperatur?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 die kleinste Zahl &gt; 100, die durch 6 und 8 teilbar ist.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Zahl hat Abstand 7 von 0?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„Beim Addieren von Brüchen addiert man Zähler und Nenner.“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Arithmetik/Algebra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126 durch 3 teilbar? Begründe kurz.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Schreibe 0,75 als Bruch und Prozentzahl.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1/4 + 2/4.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Ordne: −4, 2, −1, 0.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unterscheidet eine Primzahl von einer zusammengesetzten Zahl?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6 – Arithmetik/Algebra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