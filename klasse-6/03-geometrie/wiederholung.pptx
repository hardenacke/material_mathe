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2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3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4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5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6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7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8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6F5AA8"/>
          </a:solidFill>
          <a:ln w="12700">
            <a:solidFill>
              <a:srgbClr val="6F5AA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Geometrie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Quader und Würfel; Netze, Oberfläche und Volumen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Winkel, Kreis, Zeichnen und einfache Konstruktionen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49808" y="4224528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151376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Achsensymmetrie, Punktsymmetrie und einfache Abbildungen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ns0:sld xmlns:a="http://schemas.openxmlformats.org/drawingml/2006/main" xmlns:ns0="http://schemas.openxmlformats.org/presentationml/2006/main" xmlns:ns2="http://schemas.microsoft.com/office/mac/drawingml/2011/main">
  <ns0:cSld name="Slide 2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658368" y="658368"/>
            <a:ext cx="9784080" cy="47548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ns0:txBody>
      </ns0:sp>
      <ns0:sp>
        <ns0:nvSpPr>
          <ns0:cNvPr id="3" name="Shape 1"/>
          <ns0:cNvSpPr/>
          <ns0:nvPr/>
        </ns0:nvSpPr>
        <ns0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4" name="Text 2"/>
          <ns0:cNvSpPr/>
          <ns0:nvPr/>
        </ns0:nvSpPr>
        <ns0:spPr>
          <a:xfrm>
            <a:off x="676656" y="1152144"/>
            <a:ext cx="7772400" cy="25603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 · Geometrie</a:t>
            </a:r>
            <a:endParaRPr lang="en-US" sz="11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6" name="Shape 4"/>
          <ns0:cNvSpPr/>
          <ns0:nvPr/>
        </ns0:nvSpPr>
        <ns0:spPr>
          <a:xfrm>
            <a:off x="896112" y="1764792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7" name="Text 5"/>
          <ns0:cNvSpPr/>
          <ns0:nvPr/>
        </ns0:nvSpPr>
        <ns0:spPr>
          <a:xfrm>
            <a:off x="896112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1463040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Quader 2×3×4 cm: Volumen?</a:t>
            </a:r>
            <a:endParaRPr lang="en-US" sz="1650" dirty="0"/>
          </a:p>
        </ns0:txBody>
      </ns0:sp>
      <ns0:sp>
        <ns0:nvSpPr>
          <ns0:cNvPr id="9" name="Shape 7"/>
          <ns0:cNvSpPr/>
          <ns0:nvPr/>
        </ns0:nvSpPr>
        <ns0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0" name="Shape 8"/>
          <ns0:cNvSpPr/>
          <ns0:nvPr/>
        </ns0:nvSpPr>
        <ns0:spPr>
          <a:xfrm>
            <a:off x="6364224" y="1764792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11" name="Text 9"/>
          <ns0:cNvSpPr/>
          <ns0:nvPr/>
        </ns0:nvSpPr>
        <ns0:spPr>
          <a:xfrm>
            <a:off x="6364224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6931152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Radius 4 cm: Durchmesser?</a:t>
            </a:r>
            <a:endParaRPr lang="en-US" sz="16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4" name="Shape 12"/>
          <ns0:cNvSpPr/>
          <ns0:nvPr/>
        </ns0:nvSpPr>
        <ns0:spPr>
          <a:xfrm>
            <a:off x="896112" y="3621024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15" name="Text 13"/>
          <ns0:cNvSpPr/>
          <ns0:nvPr/>
        </ns0:nvSpPr>
        <ns0:spPr>
          <a:xfrm>
            <a:off x="896112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1463040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Spiegle P(3|2) an der x-Achse.</a:t>
            </a:r>
            <a:endParaRPr lang="en-US" sz="16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8" name="Shape 16"/>
          <ns0:cNvSpPr/>
          <ns0:nvPr/>
        </ns0:nvSpPr>
        <ns0:spPr>
          <a:xfrm>
            <a:off x="6364224" y="3621024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19" name="Text 17"/>
          <ns0:cNvSpPr/>
          <ns0:nvPr/>
        </ns0:nvSpPr>
        <ns0:spPr>
          <a:xfrm>
            <a:off x="6364224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6931152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Quader 2×3×4 cm: Volumen?</a:t>
            </a:r>
            <a:endParaRPr lang="en-US" sz="165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749808" y="5532120"/>
            <a:ext cx="4754880" cy="274320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50" dirty="0"/>
          </a:p>
        </ns0:txBody>
      </ns0:sp>
      <ns0:sp>
        <ns0:nvSpPr>
          <ns0:cNvPr id="25" name="Slide Number Placeholder 0"/>
          <ns0:cNvSpPr>
            <a:spLocks noGrp="1"/>
          </ns0:cNvSpPr>
          <ns0:nvPr>
            <ns0:ph type="sldNum" sz="quarter" idx="4294967295"/>
          </ns0:nvPr>
        </ns0:nvSpPr>
        <ns0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ns0:spPr>
        <ns0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ns0:txBody>
      </ns0:sp>
    </ns0:spTree>
  </ns0:cSld>
  <ns0:clrMapOvr>
    <a:masterClrMapping/>
  </ns0:clrMapOvr>
</ns0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hängen Netz und Oberfläche eines Körpers zusammen?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reicht bei einer Zirkelkonstruktion der Radius als Abstand?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der Unterschied zwischen Achsen- und Punktsymmetrie?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F1EDF8"/>
          </a:solidFill>
          <a:ln w="15240">
            <a:solidFill>
              <a:srgbClr val="6F5A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Quader: V=a·b·c; O=2(ab+ac+bc).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Konstruktionen beruhen auf geometrischen Eigenschaften, nicht auf Messen.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Symmetrie erhält Abstände und Winkel.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F1EDF8"/>
          </a:solidFill>
          <a:ln w="13970">
            <a:solidFill>
              <a:srgbClr val="6F5A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Quader: V=a·b·c; O=2(ab+ac+bc).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Würfelkante 5 cm: Oberfläche?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Konstruiere die Mittelsenkrechte einer Strecke. Welche Eigenschaft haben ihre Punkte?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ein Parallelogramm immer punktsymmetrisch?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40280" y="2194560"/>
            <a:ext cx="3017520" cy="3017520"/>
          </a:xfrm>
          <a:prstGeom prst="ellipse">
            <a:avLst/>
          </a:prstGeom>
          <a:solidFill>
            <a:srgbClr val="FFFFFF">
              <a:alpha val="0"/>
            </a:srgbClr>
          </a:solidFill>
          <a:ln w="38100">
            <a:solidFill>
              <a:srgbClr val="6F5A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49040" y="3703320"/>
            <a:ext cx="1508760" cy="0"/>
          </a:xfrm>
          <a:prstGeom prst="line">
            <a:avLst/>
          </a:prstGeom>
          <a:noFill/>
          <a:ln w="25400">
            <a:solidFill>
              <a:srgbClr val="63728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37360" y="5440680"/>
            <a:ext cx="4389120" cy="0"/>
          </a:xfrm>
          <a:prstGeom prst="line">
            <a:avLst/>
          </a:prstGeom>
          <a:noFill/>
          <a:ln w="21590">
            <a:solidFill>
              <a:srgbClr val="1F29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34840" y="344728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1EDF8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reicht bei einer Zirkelkonstruktion der Radius als Abstand?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ein Parallelogramm immer punktsymmetrisch?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1EDF8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Konstruiere die Mittelsenkrechte einer Strecke. Welche Eigenschaft haben ihre Punkte?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ein Parallelogramm immer punktsymmetrisch?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Quader hat Volumen 60 cm³ und Grundfläche 15 cm². Höhe?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Symmetrie besitzt ein gleichseitiges Dreieck?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„Was in der Zeichnung gleich aussieht, ist bewiesen gleich.“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4440"/>
            <a:ext cx="68580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Kannst du das noch?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7315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 · Geometrie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Quader 2×3×4 cm: Volumen?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Radius 4 cm: Durchmesser?</a:t>
            </a:r>
            <a:endParaRPr lang="en-US" sz="1430" dirty="0"/>
          </a:p>
        </p:txBody>
      </p:sp>
      <p:sp>
        <p:nvSpPr>
          <p:cNvPr id="10" name="Shape 8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53312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Spiegle P(3|2) an der x-Achse.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hängen Netz und Oberfläche eines Körpers zusammen?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67258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645152"/>
            <a:ext cx="995781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reicht bei einer Zirkelkonstruktion der Radius als Abstand?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6263640" y="4645152"/>
            <a:ext cx="1051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522208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67928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729216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74936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Klasse 6 – Geometrie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