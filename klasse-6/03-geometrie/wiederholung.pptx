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Geometrie
Stufe: Klasse 6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Quader 2×3×4 cm: Volumen?
Lösung: 24 cm³.
2. Radius 4 cm: Durchmesser?
Lösung: 8 cm.
3. Spiegle P(3|2) an der x-Achse.
Lösung: P′(3|−2).
4. Quader 2×3×4 cm: Volumen?
Lösung: 24 cm³.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Wie hängen Netz und Oberfläche eines Körpers zusammen?
Lösung: Das Netz enthält genau alle Außenflächen des Körpers.
2. Warum reicht bei einer Zirkelkonstruktion der Radius als Abstand?
Lösung: Alle Kreispunkte haben denselben Abstand vom Mittelpunkt.
3. Was ist der Unterschied zwischen Achsen- und Punktsymmetrie?
Lösung: Achsensymmetrie = Spiegelung an einer Geraden; Punktsymmetrie = 180°-Drehung um einen Punkt.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Würfelkante 5 cm: Oberfläche?
Lösung: 6·25=150 cm².
2. Konstruiere die Mittelsenkrechte einer Strecke. Welche Eigenschaft haben ihre Punkte?
Lösung: Sie haben gleichen Abstand zu beiden Endpunkten.
3. Ist ein Parallelogramm immer punktsymmetrisch?
Lösung: Ja, zum Schnittpunkt der Diagonalen.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reicht bei einer Zirkelkonstruktion der Radius als Abstand?
Lösung: Alle Kreispunkte haben denselben Abstand vom Mittelpunkt.
2. Ist ein Parallelogramm immer punktsymmetrisch?
Lösung: Ja, zum Schnittpunkt der Diagonalen.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Konstruiere die Mittelsenkrechte einer Strecke. Welche Eigenschaft haben ihre Punkte?
Lösung: Sie haben gleichen Abstand zu beiden Endpunkten.
2. Ist ein Parallelogramm immer punktsymmetrisch?
Lösung: Ja, zum Schnittpunkt der Diagonalen.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Ein Quader hat Volumen 60 cm³ und Grundfläche 15 cm². Höhe?
Lösung: 4 cm.
2. Welche Symmetrie besitzt ein gleichseitiges Dreieck?
Lösung: Drei Symmetrieachsen, aber keine Punktsymmetrie.
3. „Was in der Zeichnung gleich aussieht, ist bewiesen gleich.“ – Korrigiere.
Lösung: Eine Zeichnung liefert Hinweise, aber Gleichheit muss über Voraussetzungen/Sätze begründet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Quader 2×3×4 cm: Volumen?
Lösung: 24 cm³.
2. Radius 4 cm: Durchmesser?
Lösung: 8 cm.
3. Spiegle P(3|2) an der x-Achse.
Lösung: P′(3|−2).
4. Wie hängen Netz und Oberfläche eines Körpers zusammen?
Lösung: Das Netz enthält genau alle Außenflächen des Körpers.
5. Warum reicht bei einer Zirkelkonstruktion der Radius als Abstand?
Lösung: Alle Kreispunkte haben denselben Abstand vom Mittelpunkt.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6F5AA8"/>
          </a:solidFill>
          <a:ln w="12700">
            <a:solidFill>
              <a:srgbClr val="6F5AA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Geometrie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Quader und Würfel; Netze, Oberfläche und Volumen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Winkel, Kreis, Zeichnen und einfache Konstruktionen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Achsensymmetrie, Punktsymmetrie und einfache Abbildungen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Geometrie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Quader 2×3×4 cm: Volumen?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Radius 4 cm: Durchmesser?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Spiegle P(3|2) an der x-Achse.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Quader 2×3×4 cm: Volumen?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hängen Netz und Oberfläche eines Körpers zusammen?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reicht bei einer Zirkelkonstruktion der Radius als Abstand?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der Unterschied zwischen Achsen- und Punktsymmetrie?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1EDF8"/>
          </a:solidFill>
          <a:ln w="15240">
            <a:solidFill>
              <a:srgbClr val="6F5A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Quader: V=a·b·c; O=2(ab+ac+bc).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Konstruktionen beruhen auf geometrischen Eigenschaften, nicht auf Messen.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Symmetrie erhält Abstände und Winkel.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1EDF8"/>
          </a:solidFill>
          <a:ln w="13970">
            <a:solidFill>
              <a:srgbClr val="6F5A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Quader: V=a·b·c; O=2(ab+ac+bc).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Würfelkante 5 cm: Oberfläche?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Konstruiere die Mittelsenkrechte einer Strecke. Welche Eigenschaft haben ihre Punkte?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ein Parallelogramm immer punktsymmetrisch?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0280" y="2194560"/>
            <a:ext cx="3017520" cy="3017520"/>
          </a:xfrm>
          <a:prstGeom prst="ellipse">
            <a:avLst/>
          </a:prstGeom>
          <a:solidFill>
            <a:srgbClr val="FFFFFF">
              <a:alpha val="0"/>
            </a:srgbClr>
          </a:solidFill>
          <a:ln w="38100">
            <a:solidFill>
              <a:srgbClr val="6F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3703320"/>
            <a:ext cx="1508760" cy="0"/>
          </a:xfrm>
          <a:prstGeom prst="line">
            <a:avLst/>
          </a:prstGeom>
          <a:noFill/>
          <a:ln w="25400">
            <a:solidFill>
              <a:srgbClr val="637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5440680"/>
            <a:ext cx="4389120" cy="0"/>
          </a:xfrm>
          <a:prstGeom prst="line">
            <a:avLst/>
          </a:prstGeom>
          <a:noFill/>
          <a:ln w="21590">
            <a:solidFill>
              <a:srgbClr val="1F29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447288"/>
            <a:ext cx="320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reicht bei einer Zirkelkonstruktion der Radius als Abstand?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ein Parallelogramm immer punktsymmetrisch?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1EDF8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Konstruiere die Mittelsenkrechte einer Strecke. Welche Eigenschaft haben ihre Punkte?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ein Parallelogramm immer punktsymmetrisch?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Quader hat Volumen 60 cm³ und Grundfläche 15 cm². Höhe?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6F5AA8"/>
          </a:solidFill>
          <a:ln w="12700">
            <a:solidFill>
              <a:srgbClr val="6F5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F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Symmetrie besitzt ein gleichseitiges Dreieck?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„Was in der Zeichnung gleich aussieht, ist bewiesen gleich.“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6 · Geometrie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Quader 2×3×4 cm: Volumen?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Radius 4 cm: Durchmesser?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Spiegle P(3|2) an der x-Achse.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hängen Netz und Oberfläche eines Körpers zusammen?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reicht bei einer Zirkelkonstruktion der Radius als Abstand?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6 – Geometrie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