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Stochastik
Stufe: Klasse 6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12 von 30 wählen A. Relative Häufigkeit?
Lösung: 12/30=0,4=40 %.
2. Würfel: Nenne ein mögliches Ergebnis.
Lösung: 1, 2, 3, 4, 5 oder 6.
3. 12 von 30 wählen A. Relative Häufigkeit?
Lösung: 12/30=0,4=40 %.
4. Würfel: Nenne ein mögliches Ergebnis.
Lösung: 1, 2, 3, 4, 5 oder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Warum sind relative Häufigkeiten zum Vergleich unterschiedlich großer Gruppen besser?
Lösung: Sie berücksichtigen die Gruppengröße.
2. Was ist ein Ereignis?
Lösung: Eine Menge von Ergebnissen, z. B. „gerade Zahl“.
3. Warum sind relative Häufigkeiten zum Vergleich unterschiedlich großer Gruppen besser?
Lösung: Sie berücksichtigen die Gruppengröße.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Klasse X: 15/25, Klasse Y: 18/30. Wo ist der Anteil größer?
Lösung: Beide 60 %.
2. 50 Würfe, 9-mal eine 6. Empirische Wahrscheinlichkeit?
Lösung: 9/50=0,18.
3. Klasse X: 15/25, Klasse Y: 18/30. Wo ist der Anteil größer?
Lösung: Beide 60 %.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Was ist ein Ereignis?
Lösung: Eine Menge von Ergebnissen, z. B. „gerade Zahl“.
2. 50 Würfe, 9-mal eine 6. Empirische Wahrscheinlichkeit?
Lösung: 9/50=0,18.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Klasse X: 15/25, Klasse Y: 18/30. Wo ist der Anteil größer?
Lösung: Beide 60 %.
2. 50 Würfe, 9-mal eine 6. Empirische Wahrscheinlichkeit?
Lösung: 9/50=0,18.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Kann eine relative Häufigkeit größer als 1 sein?
Lösung: Nein.
2. Warum nähert sich die relative Häufigkeit bei vielen Versuchen oft einer stabilen Zahl?
Lösung: Gesetz der großen Zahlen – empirische Häufigkeiten stabilisieren sich.
3. „Wahrscheinlichkeit 0,7 bedeutet: In 10 Versuchen treten genau 7 Treffer auf.“ – Korrigiere.
Lösung: 0,7 ist eine langfristige relative Häufigkeit; in einzelnen Serien kann die Trefferzahl schwanken.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12 von 30 wählen A. Relative Häufigkeit?
Lösung: 12/30=0,4=40 %.
2. Würfel: Nenne ein mögliches Ergebnis.
Lösung: 1, 2, 3, 4, 5 oder 6.
3. Warum sind relative Häufigkeiten zum Vergleich unterschiedlich großer Gruppen besser?
Lösung: Sie berücksichtigen die Gruppengröße.
4. Was ist ein Ereignis?
Lösung: Eine Menge von Ergebnissen, z. B. „gerade Zahl“.
5. Warum sind relative Häufigkeiten zum Vergleich unterschiedlich großer Gruppen besser?
Lösung: Sie berücksichtigen die Gruppengröße.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D9863D"/>
          </a:solidFill>
          <a:ln w="12700">
            <a:solidFill>
              <a:srgbClr val="D9863D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Stochastik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und relative Häufigkeiten vergleichen und interpretieren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Einfache Zufallsexperimente, Ergebnis/Ereignis, empirische Wahrscheinlichkeit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Stochastik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von 30 wählen A. Relative Häufigkeit?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Würfel: Nenne ein mögliches Ergebnis.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von 30 wählen A. Relative Häufigkeit?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Würfel: Nenne ein mögliches Ergebnis.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sind relative Häufigkeiten zum Vergleich unterschiedlich großer Gruppen besser?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ein Ereignis?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sind relative Häufigkeiten zum Vergleich unterschiedlich großer Gruppen besser?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BF0E6"/>
          </a:solidFill>
          <a:ln w="15240">
            <a:solidFill>
              <a:srgbClr val="D98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Relative Häufigkeit = absolute Häufigkeit / Gesamtzahl.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Ergebnis = einzelner Ausgang; Ereignis = Menge von Ergebnissen.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BF0E6"/>
          </a:solidFill>
          <a:ln w="13970">
            <a:solidFill>
              <a:srgbClr val="D98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Relative Häufigkeit = absolute Häufigkeit / Gesamtzahl.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X: 15/25, Klasse Y: 18/30. Wo ist der Anteil größer?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Würfe, 9-mal eine 6. Empirische Wahrscheinlichkeit?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X: 15/25, Klasse Y: 18/30. Wo ist der Anteil größer?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4473245"/>
            <a:ext cx="594360" cy="921715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4640" y="3880714"/>
            <a:ext cx="594360" cy="1514246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3156509"/>
            <a:ext cx="594360" cy="2238451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551530"/>
            <a:ext cx="594360" cy="1843430"/>
          </a:xfrm>
          <a:prstGeom prst="rect">
            <a:avLst/>
          </a:prstGeom>
          <a:solidFill>
            <a:srgbClr val="D9863D">
              <a:alpha val="75000"/>
            </a:srgbClr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52160" y="2761488"/>
            <a:ext cx="594360" cy="2633472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5394960"/>
            <a:ext cx="5303520" cy="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5394960"/>
            <a:ext cx="0" cy="-347472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ein Ereignis?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Würfe, 9-mal eine 6. Empirische Wahrscheinlichkeit?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BF0E6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X: 15/25, Klasse Y: 18/30. Wo ist der Anteil größer?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Würfe, 9-mal eine 6. Empirische Wahrscheinlichkeit?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 eine relative Häufigkeit größer als 1 sein?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D9863D"/>
          </a:solidFill>
          <a:ln w="12700">
            <a:solidFill>
              <a:srgbClr val="D98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D986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nähert sich die relative Häufigkeit bei vielen Versuchen oft einer stabilen Zahl?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„Wahrscheinlichkeit 0,7 bedeutet: In 10 Versuchen treten genau 7 Treffer auf.“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68580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Kannst du das noch?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7315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Klasse 6 · Stochastik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53312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von 30 wählen A. Relative Häufigkeit?</a:t>
            </a:r>
            <a:endParaRPr lang="en-US" sz="1430" dirty="0"/>
          </a:p>
        </p:txBody>
      </p:sp>
      <p:sp>
        <p:nvSpPr>
          <p:cNvPr id="7" name="Shape 5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247802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45059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Würfel: Nenne ein mögliches Ergebnis.</a:t>
            </a:r>
            <a:endParaRPr lang="en-US" sz="1430" dirty="0"/>
          </a:p>
        </p:txBody>
      </p:sp>
      <p:sp>
        <p:nvSpPr>
          <p:cNvPr id="10" name="Shape 8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53312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sind relative Häufigkeiten zum Vergleich unterschiedlich großer Gruppen besser?</a:t>
            </a:r>
            <a:endParaRPr lang="en-US" sz="1430" dirty="0"/>
          </a:p>
        </p:txBody>
      </p:sp>
      <p:sp>
        <p:nvSpPr>
          <p:cNvPr id="13" name="Shape 11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357530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0" y="3547872"/>
            <a:ext cx="44256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ein Ereignis?</a:t>
            </a:r>
            <a:endParaRPr lang="en-US" sz="1430" dirty="0"/>
          </a:p>
        </p:txBody>
      </p:sp>
      <p:sp>
        <p:nvSpPr>
          <p:cNvPr id="16" name="Shape 14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4672584"/>
            <a:ext cx="34747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B4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53312" y="4645152"/>
            <a:ext cx="995781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sind relative Häufigkeiten zum Vergleich unterschiedlich großer Gruppen besser?</a:t>
            </a:r>
            <a:endParaRPr lang="en-US" sz="1430" dirty="0"/>
          </a:p>
        </p:txBody>
      </p:sp>
      <p:sp>
        <p:nvSpPr>
          <p:cNvPr id="19" name="Text 17"/>
          <p:cNvSpPr/>
          <p:nvPr/>
        </p:nvSpPr>
        <p:spPr>
          <a:xfrm>
            <a:off x="6263640" y="4645152"/>
            <a:ext cx="105156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0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60920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8522208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67928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729216" y="4572000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74936" y="4636008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Klasse 6 – Stochastik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