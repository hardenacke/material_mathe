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6F5AA8"/>
          </a:solidFill>
          <a:ln w="12700">
            <a:solidFill>
              <a:srgbClr val="6F5AA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Geometrie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Punkte, Strecken, Geraden, Grundfiguren, Koordinatensystem, Symmetrie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Lagebeziehungen, Winkel messen und zeichnen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Umfang und Flächeninhalt von Rechteck und Quadrat; Zerlegen und Ergänzen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Geometrie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heißen die Koordinaten des Punktes P(3|−2)?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groß ist ein rechter Winkel?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Rechteck 6 cm × 4 cm: Umfang?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heißen die Koordinaten des Punktes P(3|−2)?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Worin unterscheiden sich Strecke und Gerade?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„parallel“ und „senkrecht“?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haben Umfang und Fläche verschiedene Einheiten?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1EDF8"/>
          </a:solidFill>
          <a:ln w="1524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Koordinaten: erst x-Richtung, dann y-Richtung.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Winkel werden in Grad gemessen.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Rechteck: U=2a+2b, A=a·b.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1EDF8"/>
          </a:solidFill>
          <a:ln w="1397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Koordinaten: erst x-Richtung, dann y-Richtung.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Spiegle P(2|1) an der y-Achse.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Winkel misst 127°. Ist er spitz, recht oder stumpf?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Rechteck 8 cm × 3,5 cm: Fläche?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2514600"/>
            <a:ext cx="4389120" cy="26517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6F5A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2103120"/>
            <a:ext cx="0" cy="3474720"/>
          </a:xfrm>
          <a:prstGeom prst="line">
            <a:avLst/>
          </a:prstGeom>
          <a:noFill/>
          <a:ln w="21590">
            <a:solidFill>
              <a:srgbClr val="C75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5394960"/>
            <a:ext cx="4114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Symmetrie / Konstruktion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„parallel“ und „senkrecht“?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Rechteck 8 cm × 3,5 cm: Fläche?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Winkel misst 127°. Ist er spitz, recht oder stumpf?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Rechteck 8 cm × 3,5 cm: Fläche?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Figuren besitzen mindestens zwei Symmetrieachsen? Nenne zwei.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 zwei verschiedene Rechtecke mit Fläche 24 cm². Welches hat kleineren Umfang?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in der Zeichnung gleich aussieht, ist bewiesen gleich.“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Geometrie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heißen die Koordinaten des Punktes P(3|−2)?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groß ist ein rechter Winkel?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Rechteck 6 cm × 4 cm: Umfang?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Worin unterscheiden sich Strecke und Gerade?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bedeutet „parallel“ und „senkrecht“?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5 – Geometrie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