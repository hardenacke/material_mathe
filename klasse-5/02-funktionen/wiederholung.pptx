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Zusammenhänge in Tabellen und Diagrammen; einfache Zuordnungen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Maßstab, Modellieren, Schätzen und Fermi-Aufgaben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Funktionen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1, 2, 3 gehören 4, 7, 10. Wie geht es weiter?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Maßstab 1:100. Wie lang sind 3 cm im Plan in Wirklichkeit?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1, 2, 3 gehören 4, 7, 10. Wie geht es weiter?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Maßstab 1:100. Wie lang sind 3 cm im Plan in Wirklichkeit?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in einer Tabelle, dass zwei Größen zusammenhängen?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bei einer Fermi-Aufgabe wichtiger als exakte Daten?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in einer Tabelle, dass zwei Größen zusammenhängen?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Zuordnung: Eingabe → Regel → Ausgabe.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Maßstab = Bildlänge : Originallänge.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Zuordnung: Eingabe → Regel → Ausgabe.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Eintritt kostet 3 € pro Person. Erstelle Werte für 1, 2, 5 Personen.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Karte hat Maßstab 1:25 000. 4 cm entsprechen wie vielen km?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Eintritt kostet 3 € pro Person. Erstelle Werte für 1, 2, 5 Personen.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4904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487076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837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80371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770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736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70313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669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63609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602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569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453551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4501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446846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4434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4401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436789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4334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430084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426731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423379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420027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416674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413322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409969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406617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403264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99912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96559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393207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389854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386502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383149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379797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376445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373092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369740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366387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363035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359682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356330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352977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349625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346272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342920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339568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336215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332863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329510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326158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322805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319453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316100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312748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309395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306043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02690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299338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295986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292633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289281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2859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282576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2792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275871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2725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2691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265813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2624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259108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2557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2524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249051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2456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242346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2389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356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32289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289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25584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bei einer Fermi-Aufgabe wichtiger als exakte Daten?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Karte hat Maßstab 1:25 000. 4 cm entsprechen wie vielen km?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Eintritt kostet 3 € pro Person. Erstelle Werte für 1, 2, 5 Personen.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Karte hat Maßstab 1:25 000. 4 cm entsprechen wie vielen km?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Information zeigt ein Diagramm besser als eine lange Tabelle?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Schätze: Wie viele Schritte gehst du an einem Schultag? Nenne 2 nötige Annahmen.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Funktionen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1, 2, 3 gehören 4, 7, 10. Wie geht es weiter?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Maßstab 1:100. Wie lang sind 3 cm im Plan in Wirklichkeit?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in einer Tabelle, dass zwei Größen zusammenhängen?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bei einer Fermi-Aufgabe wichtiger als exakte Daten?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in einer Tabelle, dass zwei Größen zusammenhängen?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5 – Funktionen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