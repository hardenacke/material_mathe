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Themengebiet: Funktionen
Stufe: Klasse 5
Die Präsentation ist als kurze Wiederholung vor bzw. zu Beginn einer Unterrichtsphase gedacht.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Zu 1, 2, 3 gehören 4, 7, 10. Wie geht es weiter?
Lösung: Bei konstantem Zuwachs +3: zu 4 gehört 13.
2. Maßstab 1:100. Wie lang sind 3 cm im Plan in Wirklichkeit?
Lösung: 3 m.
3. Zu 1, 2, 3 gehören 4, 7, 10. Wie geht es weiter?
Lösung: Bei konstantem Zuwachs +3: zu 4 gehört 13.
4. Maßstab 1:100. Wie lang sind 3 cm im Plan in Wirklichkeit?
Lösung: 3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Woran erkennt man in einer Tabelle, dass zwei Größen zusammenhängen?
Lösung: Jedem Eingabewert ist ein Ausgabewert nach einer Regel zugeordnet.
2. Was ist bei einer Fermi-Aufgabe wichtiger als exakte Daten?
Lösung: Sinnvolle Annahmen, Größenordnungen und nachvollziehbare Schritte.
3. Woran erkennt man in einer Tabelle, dass zwei Größen zusammenhängen?
Lösung: Jedem Eingabewert ist ein Ausgabewert nach einer Regel zugeordnet.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Ein Eintritt kostet 3 € pro Person. Erstelle Werte für 1, 2, 5 Personen.
Lösung: 3 €, 6 €, 15 €.
2. Eine Karte hat Maßstab 1:25 000. 4 cm entsprechen wie vielen km?
Lösung: 1 km.
3. Ein Eintritt kostet 3 € pro Person. Erstelle Werte für 1, 2, 5 Personen.
Lösung: 3 €, 6 €, 15 €.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Was ist bei einer Fermi-Aufgabe wichtiger als exakte Daten?
Lösung: Sinnvolle Annahmen, Größenordnungen und nachvollziehbare Schritte.
2. Eine Karte hat Maßstab 1:25 000. 4 cm entsprechen wie vielen km?
Lösung: 1 km.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Ein Eintritt kostet 3 € pro Person. Erstelle Werte für 1, 2, 5 Personen.
Lösung: 3 €, 6 €, 15 €.
2. Eine Karte hat Maßstab 1:25 000. 4 cm entsprechen wie vielen km?
Lösung: 1 km.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Welche Information zeigt ein Diagramm besser als eine lange Tabelle?
Lösung: Trends, Vergleiche und Veränderungen sind schneller sichtbar.
2. Schätze: Wie viele Schritte gehst du an einem Schultag? Nenne 2 nötige Annahmen.
Lösung: Beispiel: Wegezahl und mittlere Weglänge; Ergebnis abhängig von Annahmen.
3. „Ein steigender Graph hat immer positive Funktionswerte.“ – Korrigiere.
Lösung: Steigend bedeutet positive Änderungsrate/Steigung; der Funktionswert kann trotzdem negativ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Zu 1, 2, 3 gehören 4, 7, 10. Wie geht es weiter?
Lösung: Bei konstantem Zuwachs +3: zu 4 gehört 13.
2. Maßstab 1:100. Wie lang sind 3 cm im Plan in Wirklichkeit?
Lösung: 3 m.
3. Woran erkennt man in einer Tabelle, dass zwei Größen zusammenhängen?
Lösung: Jedem Eingabewert ist ein Ausgabewert nach einer Regel zugeordnet.
4. Was ist bei einer Fermi-Aufgabe wichtiger als exakte Daten?
Lösung: Sinnvolle Annahmen, Größenordnungen und nachvollziehbare Schritte.
5. Woran erkennt man in einer Tabelle, dass zwei Größen zusammenhängen?
Lösung: Jedem Eingabewert ist ein Ausgabewert nach einer Regel zugeordnet.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2A7F8E"/>
          </a:solidFill>
          <a:ln w="12700">
            <a:solidFill>
              <a:srgbClr val="2A7F8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Funktionen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Zusammenhänge in Tabellen und Diagrammen; einfache Zuordnungen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Maßstab, Modellieren, Schätzen und Fermi-Aufgaben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Funktionen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64792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1, 2, 3 gehören 4, 7, 10. Wie geht es weiter?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64224" y="1764792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31152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Maßstab 1:100. Wie lang sind 3 cm im Plan in Wirklichkeit?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621024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1, 2, 3 gehören 4, 7, 10. Wie geht es weiter?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64224" y="3621024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1152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Maßstab 1:100. Wie lang sind 3 cm im Plan in Wirklichkeit?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49808" y="55321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Ziel: erst Sicherheit gewinnen – dann steigern.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Woran erkennt man in einer Tabelle, dass zwei Größen zusammenhängen?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bei einer Fermi-Aufgabe wichtiger als exakte Daten?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Woran erkennt man in einer Tabelle, dass zwei Größen zusammenhängen?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EAF5F5"/>
          </a:solidFill>
          <a:ln w="15240">
            <a:solidFill>
              <a:srgbClr val="2A7F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Zuordnung: Eingabe → Regel → Ausgabe.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Maßstab = Bildlänge : Originallänge.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EAF5F5"/>
          </a:solidFill>
          <a:ln w="13970">
            <a:solidFill>
              <a:srgbClr val="2A7F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Zuordnung: Eingabe → Regel → Ausgabe.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Eintritt kostet 3 € pro Person. Erstelle Werte für 1, 2, 5 Personen.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Karte hat Maßstab 1:25 000. 4 cm entsprechen wie vielen km?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Eintritt kostet 3 € pro Person. Erstelle Werte für 1, 2, 5 Personen.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5880" y="5440680"/>
            <a:ext cx="5394960" cy="0"/>
          </a:xfrm>
          <a:prstGeom prst="line">
            <a:avLst/>
          </a:prstGeom>
          <a:noFill/>
          <a:ln w="1651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325880" y="5440680"/>
            <a:ext cx="0" cy="-3337560"/>
          </a:xfrm>
          <a:prstGeom prst="line">
            <a:avLst/>
          </a:prstGeom>
          <a:noFill/>
          <a:ln w="1651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325880" y="4904286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93317" y="4870762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60754" y="4837237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28191" y="4803713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95628" y="4770188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3065" y="4736663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30502" y="4703139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97939" y="4669614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65376" y="4636090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32813" y="4602565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0250" y="4569040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67687" y="4535516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35124" y="4501991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02561" y="4468467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69998" y="4434942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37435" y="4401417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04872" y="4367893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72309" y="4334368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39746" y="4300844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07183" y="4267319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74620" y="4233794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2057" y="4200270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09494" y="4166745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76931" y="4133221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4368" y="4099696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11805" y="4066171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79242" y="4032647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46679" y="3999122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14116" y="3965598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81553" y="3932073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48990" y="3898548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16427" y="3865024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483864" y="3831499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51301" y="3797975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18738" y="3764450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686175" y="3730925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753612" y="3697401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821049" y="3663876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88486" y="3630352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955923" y="3596827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023360" y="3563302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090797" y="3529778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58234" y="3496253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225671" y="3462729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293108" y="3429204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360545" y="3395680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7982" y="3362155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95419" y="3328630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62856" y="3295106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630293" y="3261581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97730" y="3228057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765167" y="3194532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32604" y="3161007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00041" y="3127483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967478" y="3093958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034915" y="3060434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102352" y="3026909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169789" y="2993384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237226" y="2959860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304663" y="2926335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372100" y="2892811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439537" y="2859286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506974" y="2825761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574411" y="2792237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641848" y="2758712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709285" y="2725188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776722" y="2691663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44159" y="2658138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911596" y="2624614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79033" y="2591089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46470" y="2557565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13907" y="2524040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81344" y="2490515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248781" y="2456991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6218" y="2423466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83655" y="2389942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51092" y="2356417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18529" y="2322892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585966" y="2289368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653403" y="2255843"/>
            <a:ext cx="67437" cy="-335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02412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Gerade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EAF5F5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104" name="Text 102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bei einer Fermi-Aufgabe wichtiger als exakte Daten?</a:t>
            </a:r>
            <a:endParaRPr lang="en-US" sz="1650" dirty="0"/>
          </a:p>
        </p:txBody>
      </p:sp>
      <p:sp>
        <p:nvSpPr>
          <p:cNvPr id="105" name="Shape 103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108" name="Text 106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Karte hat Maßstab 1:25 000. 4 cm entsprechen wie vielen km?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EAF5F5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Eintritt kostet 3 € pro Person. Erstelle Werte für 1, 2, 5 Personen.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Karte hat Maßstab 1:25 000. 4 cm entsprechen wie vielen km?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Information zeigt ein Diagramm besser als eine lange Tabelle?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Schätze: Wie viele Schritte gehst du an einem Schultag? Nenne 2 nötige Annahmen.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„Ein steigender Graph hat immer positive Funktionswerte.“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Funktionen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1, 2, 3 gehören 4, 7, 10. Wie geht es weiter?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Maßstab 1:100. Wie lang sind 3 cm im Plan in Wirklichkeit?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Woran erkennt man in einer Tabelle, dass zwei Größen zusammenhängen?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bei einer Fermi-Aufgabe wichtiger als exakte Daten?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Woran erkennt man in einer Tabelle, dass zwei Größen zusammenhängen?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5 – Funktionen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