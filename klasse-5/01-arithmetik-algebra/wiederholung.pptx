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Natürliche Zahlen, Stellenwerttafel, Zahlenstrahl, Wortform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Grundrechenarten mit natürlichen Zahlen; Kommutativ-, Assoziativ- und Distributivgesetz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Länge, Zeit, Geld, Masse sowie erste Flächen- und Volumeneinheiten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Anteile, Bruchteile von Größen, Bruchdarstellungen und Grundvorstellungen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Arithmetik/Algebra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ist größer: 405 090 oder 405 900?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48 + 37, 96 : 8, 7 · 14.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Wandle um: 2,4 m = ? cm.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3/5 von 20?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Bedeutung hat die Ziffer 7 in 372 415?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helfen Kommutativ- und Assoziativgesetz beim geschickten Rechnen?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1 m² nicht 100 cm²?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Stellenwert entscheidet über den Wert einer Ziffer.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Distributivgesetz: a·(b+c)=a·b+a·c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Vor dem Rechnen immer gleiche Einheiten herstellen.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Stellenwert entscheidet über den Wert einer Ziffer.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Runde 684 731 auf Tausender.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 geschickt: 25 · 17 · 4.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helfen Kommutativ- und Assoziativgesetz beim geschickten Rechnen?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Weg ist 1,75 km lang. Wie viele Meter sind das?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Pizza hat 8 Stücke. 3 sind gegessen. Welcher Bruchteil ist übrig?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 eine Zahl zwischen 399 990 und 400 010, die durch 5 teilbar ist.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Darstellung passt besser zu 3/4: 6/8 oder 4/6? Begründe.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5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ist größer: 405 090 oder 405 900?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48 + 37, 96 : 8, 7 · 14.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Wandle um: 2,4 m = ? cm.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3/5 von 20?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Bedeutung hat die Ziffer 7 in 372 415?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5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