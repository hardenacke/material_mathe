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Stochastik
Stufe: Klasse 5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In einer Klasse wählen 8 von 25 „Bus“. Absolute Häufigkeit?
Lösung: 8.
2. Mittelwert von 4, 6, 8?
Lösung: 6.
3. In einer Klasse wählen 8 von 25 „Bus“. Absolute Häufigkeit?
Lösung: 8.
4. Mittelwert von 4, 6, 8?
Lösung: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ist der Unterschied zwischen Merkmal und Merkmalsausprägung?
Lösung: Merkmal = untersuchte Eigenschaft; Ausprägung = konkreter Wert/Kategorie.
2. Wie unterscheidet sich Median vom arithmetischen Mittel?
Lösung: Median ist der mittlere sortierte Wert; Mittelwert ist Summe/Anzahl.
3. Was ist der Unterschied zwischen Merkmal und Merkmalsausprägung?
Lösung: Merkmal = untersuchte Eigenschaft; Ausprägung = konkreter Wert/Kategorie.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Stelle 3, 5, 2 Stimmen als Balkendiagramm dar. Was ist die höchste Säule?
Lösung: Die Kategorie mit 5 Stimmen.
2. Daten: 2, 3, 3, 4, 20. Median?
Lösung: 3.
3. Stelle 3, 5, 2 Stimmen als Balkendiagramm dar. Was ist die höchste Säule?
Lösung: Die Kategorie mit 5 Stimmen.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unterscheidet sich Median vom arithmetischen Mittel?
Lösung: Median ist der mittlere sortierte Wert; Mittelwert ist Summe/Anzahl.
2. Daten: 2, 3, 3, 4, 20. Median?
Lösung: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Stelle 3, 5, 2 Stimmen als Balkendiagramm dar. Was ist die höchste Säule?
Lösung: Die Kategorie mit 5 Stimmen.
2. Daten: 2, 3, 3, 4, 20. Median?
Lösung: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müssen Achsen und Einheiten im Diagramm beschriftet sein?
Lösung: Sonst sind Werte und Bedeutung nicht eindeutig interpretierbar.
2. Welcher Kennwert ist hier robuster gegen den Ausreißer 20?
Lösung: Der Median.
3. „Wahrscheinlichkeit 0,7 bedeutet: In 10 Versuchen treten genau 7 Treffer auf.“ – Korrigiere.
Lösung: 0,7 ist eine langfristige relative Häufigkeit; in einzelnen Serien kann die Trefferzahl schwanken.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In einer Klasse wählen 8 von 25 „Bus“. Absolute Häufigkeit?
Lösung: 8.
2. Mittelwert von 4, 6, 8?
Lösung: 6.
3. Was ist der Unterschied zwischen Merkmal und Merkmalsausprägung?
Lösung: Merkmal = untersuchte Eigenschaft; Ausprägung = konkreter Wert/Kategorie.
4. Wie unterscheidet sich Median vom arithmetischen Mittel?
Lösung: Median ist der mittlere sortierte Wert; Mittelwert ist Summe/Anzahl.
5. Was ist der Unterschied zwischen Merkmal und Merkmalsausprägung?
Lösung: Merkmal = untersuchte Eigenschaft; Ausprägung = konkreter Wert/Kategorie.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 erheben; absolute Häufigkeiten; Tabellen und Diagramme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Arithmetisches Mittel und Median als einfache Kennwerte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Stochastik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einer Klasse wählen 8 von 25 „Bus“. Absolute Häufigkeit?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Mittelwert von 4, 6, 8?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einer Klasse wählen 8 von 25 „Bus“. Absolute Häufigkeit?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Mittelwert von 4, 6, 8?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Merkmal und Merkmalsausprägung?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Median vom arithmetischen Mittel?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Merkmal und Merkmalsausprägung?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Absolute Häufigkeit = Anzahl des Auftretens.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Median: Mitte der sortierten Daten; Mittelwert: Summe durch Anzahl.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Absolute Häufigkeit = Anzahl des Auftretens.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3, 5, 2 Stimmen als Balkendiagramm dar. Was ist die höchste Säule?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3, 3, 4, 20. Median?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3, 5, 2 Stimmen als Balkendiagramm dar. Was ist die höchste Säule?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473245"/>
            <a:ext cx="594360" cy="921715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880714"/>
            <a:ext cx="594360" cy="1514246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156509"/>
            <a:ext cx="594360" cy="2238451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551530"/>
            <a:ext cx="594360" cy="1843430"/>
          </a:xfrm>
          <a:prstGeom prst="rect">
            <a:avLst/>
          </a:prstGeom>
          <a:solidFill>
            <a:srgbClr val="D9863D">
              <a:alpha val="75000"/>
            </a:srgbClr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761488"/>
            <a:ext cx="594360" cy="2633472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5394960"/>
            <a:ext cx="530352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5394960"/>
            <a:ext cx="0" cy="-347472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Median vom arithmetischen Mittel?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3, 3, 4, 20. Median?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3, 5, 2 Stimmen als Balkendiagramm dar. Was ist die höchste Säule?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3, 3, 4, 20. Median?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müssen Achsen und Einheiten im Diagramm beschriftet sein?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Welcher Kennwert ist hier robuster gegen den Ausreißer 20?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einer Klasse wählen 8 von 25 „Bus“. Absolute Häufigkeit?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Mittelwert von 4, 6, 8?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Merkmal und Merkmalsausprägung?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Median vom arithmetischen Mittel?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Merkmal und Merkmalsausprägung?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5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