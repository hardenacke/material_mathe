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Arithmetik/Algebra
Stufe: Klasse 6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Ist 126 durch 3 teilbar? Begründe kurz.
Lösung: Ja, Quersumme 1+2+6=9 ist durch 3 teilbar.
2. Schreibe 0,75 als Bruch und Prozentzahl.
Lösung: 3/4 und 75 %.
3. Berechne: 1/4 + 2/4.
Lösung: 3/4.
4. Ordne: −4, 2, −1, 0.
Lösung: −4 &lt; −1 &lt; 0 &lt;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unterscheidet eine Primzahl von einer zusammengesetzten Zahl?
Lösung: Primzahlen haben genau zwei positive Teiler: 1 und sich selbst.
2. Wann endet die Dezimaldarstellung eines vollständig gekürzten Bruchs?
Lösung: Wenn der Nenner nur die Primfaktoren 2 und/oder 5 enthält.
3. Warum braucht man bei 1/3 + 1/4 einen gemeinsamen Nenner?
Lösung: Damit gleich große Teilstücke addiert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Zerlege 84 in Primfaktoren.
Lösung: 84 = 2² · 3 · 7.
2. Ordne: 2/3, 0,6, 65 %.
Lösung: 0,6 &lt; 65 % &lt; 2/3.
3. Berechne: 3/5 · 10.
Lösung: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Wann endet die Dezimaldarstellung eines vollständig gekürzten Bruchs?
Lösung: Wenn der Nenner nur die Primfaktoren 2 und/oder 5 enthält.
2. Berechne: 3/5 · 10.
Lösung: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3/5 · 10.
Lösung: 6.
2. Morgens −3 °C, mittags +5 °C. Um wie viel steigt die Temperatur?
Lösung: Um 8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Finde die kleinste Zahl &gt; 100, die durch 6 und 8 teilbar ist.
Lösung: 120.
2. Welche Zahl hat Abstand 7 von 0?
Lösung: 7 und −7.
3. „Beim Addieren von Brüchen addiert man Zähler und Nenner.“ – Korrigiere.
Lösung: Nur gleichnamige Brüche werden über die Zähler addiert; der gemeinsame Nenner bleibt erhalten.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Ist 126 durch 3 teilbar? Begründe kurz.
Lösung: Ja, Quersumme 1+2+6=9 ist durch 3 teilbar.
2. Schreibe 0,75 als Bruch und Prozentzahl.
Lösung: 3/4 und 75 %.
3. Berechne: 1/4 + 2/4.
Lösung: 3/4.
4. Ordne: −4, 2, −1, 0.
Lösung: −4 &lt; −1 &lt; 0 &lt; 2.
5. Was unterscheidet eine Primzahl von einer zusammengesetzten Zahl?
Lösung: Primzahlen haben genau zwei positive Teiler: 1 und sich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Teilbarkeit, Primzahlen, Primfaktorzerlegung, Teilbarkeitsregeln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Brüche, endliche und periodische Dezimalzahlen, Prozentdarstellung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Grundrechenarten mit einfachen Brüchen und endlichen Dezimalzahlen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 ganzer Zahlen und Zahlbereichserweiterung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Arithmetik/Algebra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126 durch 3 teilbar? Begründe kurz.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0,75 als Bruch und Prozentzahl.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1/4 + 2/4.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Ordne: −4, 2, −1, 0.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eine Primzahl von einer zusammengesetzten Zahl?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endet die Dezimaldarstellung eines vollständig gekürzten Bruchs?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braucht man bei 1/3 + 1/4 einen gemeinsamen Nenner?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Primfaktorzerlegung macht Teilbarkeit sichtbar.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Bruch, Dezimalzahl und Prozentzahl sind verschiedene Darstellungen derselben Zahl.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Beim Addieren/Subtrahieren: erst gleichnamig machen.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Primfaktorzerlegung macht Teilbarkeit sichtbar.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Zerlege 84 in Primfaktoren.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Ordne: 2/3, 0,6, 65 %.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3/5 · 10.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6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3/5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45920" y="4846320"/>
            <a:ext cx="47548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endet die Dezimaldarstellung eines vollständig gekürzten Bruchs?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3/5 · 10.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3/5 · 10.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Morgens −3 °C, mittags +5 °C. Um wie viel steigt die Temperatur?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 die kleinste Zahl &gt; 100, die durch 6 und 8 teilbar ist.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Zahl hat Abstand 7 von 0?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„Beim Addieren von Brüchen addiert man Zähler und Nenner.“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126 durch 3 teilbar? Begründe kurz.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0,75 als Bruch und Prozentzahl.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1/4 + 2/4.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Ordne: −4, 2, −1, 0.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eine Primzahl von einer zusammengesetzten Zahl?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6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