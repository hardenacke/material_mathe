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Funktionen
Stufe: Klasse 6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Heft kostet 2 €. Was kosten n Hefte?
Lösung: 2n €.
2. 3 Hefte kosten 6 €. Was kostet 1 Heft?
Lösung: 2 €.
3. Ein Heft kostet 2 €. Was kosten n Hefte?
Lösung: 2n €.
4. 3 Hefte kosten 6 €. Was kostet 1 Heft?
Lösung: 2 €.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vier Darstellungen können denselben Zusammenhang beschreiben?
Lösung: Wort, Tabelle, Diagramm, Term.
2. Woran erkennt man Proportionalität?
Lösung: Quotient y/x ist konstant; Graph ist Gerade durch den Ursprung.
3. Welche vier Darstellungen können denselben Zusammenhang beschreiben?
Lösung: Wort, Tabelle, Diagramm,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Bei y=3x+2: Berechne y für x=4.
Lösung: 14.
2. 5 kg Äpfel kosten 12 €. Was kosten 8 kg?
Lösung: 19,20 €.
3. Bei y=3x+2: Berechne y für x=4.
Lösung: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Woran erkennt man Proportionalität?
Lösung: Quotient y/x ist konstant; Graph ist Gerade durch den Ursprung.
2. 5 kg Äpfel kosten 12 €. Was kosten 8 kg?
Lösung: 19,20 €.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Bei y=3x+2: Berechne y für x=4.
Lösung: 14.
2. 5 kg Äpfel kosten 12 €. Was kosten 8 kg?
Lösung: 19,20 €.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Darstellung ist für eine schnelle Prognose besonders hilfreich? Begründe.
Lösung: Oft Term oder Graph; Begründung abhängig vom Kontext.
2. Ist „doppelte Zeit → doppelter Weg“ immer proportional?
Lösung: Nur bei konstanter Geschwindigkeit und Start bei 0.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Heft kostet 2 €. Was kosten n Hefte?
Lösung: 2n €.
2. 3 Hefte kosten 6 €. Was kostet 1 Heft?
Lösung: 2 €.
3. Welche vier Darstellungen können denselben Zusammenhang beschreiben?
Lösung: Wort, Tabelle, Diagramm, Term.
4. Woran erkennt man Proportionalität?
Lösung: Quotient y/x ist konstant; Graph ist Gerade durch den Ursprung.
5. Welche vier Darstellungen können denselben Zusammenhang beschreiben?
Lösung: Wort, Tabelle, Diagramm,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Abhängigkeiten zwischen Größen in Wort, Tabelle, Diagramm und Termansätzen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Proportionale Zusammenhänge und Dreisatz als vorbereitende Zuordnung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Funktionen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Heft kostet 2 €. Was kosten n Hefte?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Hefte kosten 6 €. Was kostet 1 Heft?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Heft kostet 2 €. Was kosten n Hefte?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Hefte kosten 6 €. Was kostet 1 Heft?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Proportionalität?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Darstellungswechsel hilft, Zusammenhänge zu verstehen.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Proportional: y = k·x.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Darstellungswechsel hilft, Zusammenhänge zu verstehen.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y=3x+2: Berechne y für x=4.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kg Äpfel kosten 12 €. Was kosten 8 kg?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y=3x+2: Berechne y für x=4.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Proportionalität?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kg Äpfel kosten 12 €. Was kosten 8 kg?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y=3x+2: Berechne y für x=4.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kg Äpfel kosten 12 €. Was kosten 8 kg?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Darstellung ist für eine schnelle Prognose besonders hilfreich? Begründe.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„doppelte Zeit → doppelter Weg“ immer proportional?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Heft kostet 2 €. Was kosten n Hefte?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Hefte kosten 6 €. Was kostet 1 Heft?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erkennt man Proportionalität?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vier Darstellungen können denselben Zusammenhang beschreiben?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6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