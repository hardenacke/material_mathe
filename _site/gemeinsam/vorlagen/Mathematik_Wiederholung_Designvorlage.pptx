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2A7F8E"/>
          </a:solidFill>
          <a:ln w="12700">
            <a:solidFill>
              <a:srgbClr val="2A7F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7739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/ Kurs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Themengebiet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Designvorlage · 16:9 · wiederverwendbare Masterlayouts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3291840"/>
            <a:ext cx="566928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leichter Einstieg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Begriffe &amp; Grundideen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Rechnen &amp; Darstellungen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Kontext &amp; Transfer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5-Minuten-Check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Beispiel: Inhaltsfolie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Titel, Untertitel, Akzentfarbe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288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 steht eine kurze, gut lesbare Aufgabe.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28800"/>
          </a:xfrm>
          <a:prstGeom prst="roundRect">
            <a:avLst>
              <a:gd name="adj" fmla="val 4500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288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Hinweis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Karten, Akzentleiste und Weißraum bleiben konsistent.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5F5"/>
          </a:solidFill>
          <a:ln w="13970">
            <a:solidFill>
              <a:srgbClr val="2A7F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Formel / Merksatz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Beispiel: Darstellungsfolie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Grafik links · Fragen rechts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5349240"/>
            <a:ext cx="4206240" cy="0"/>
          </a:xfrm>
          <a:prstGeom prst="line">
            <a:avLst/>
          </a:prstGeom>
          <a:noFill/>
          <a:ln w="38100">
            <a:solidFill>
              <a:srgbClr val="6F5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5349240"/>
            <a:ext cx="-1097280" cy="-3017520"/>
          </a:xfrm>
          <a:prstGeom prst="line">
            <a:avLst/>
          </a:prstGeom>
          <a:noFill/>
          <a:ln w="38100">
            <a:solidFill>
              <a:srgbClr val="6F5A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2331720"/>
            <a:ext cx="-3108960" cy="3017520"/>
          </a:xfrm>
          <a:prstGeom prst="line">
            <a:avLst/>
          </a:prstGeom>
          <a:noFill/>
          <a:ln w="38100">
            <a:solidFill>
              <a:srgbClr val="6F5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5394960"/>
            <a:ext cx="274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5394960"/>
            <a:ext cx="274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011680"/>
            <a:ext cx="274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Beziehungen erkennst du?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Begründen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Aussage kannst du sicher begründen?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Kontrollfragen / Exit-Check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 · Exit-Layout · Operatoren geeignet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 1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 2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 3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 4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 5</a:t>
            </a:r>
            <a:endParaRPr lang="en-US" sz="14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Mathematik Wiederholung – Designvorlage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