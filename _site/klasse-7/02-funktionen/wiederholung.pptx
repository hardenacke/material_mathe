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Funktionen
Stufe: Klasse 7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Proportional: 4 Stück kosten 10 €. Was kosten 8 Stück?
Lösung: 20 €.
2. Wie viel sind 20 % von 80 €?
Lösung: 16 €.
3. Proportional: 4 Stück kosten 10 €. Was kosten 8 Stück?
Lösung: 20 €.
4. Wie viel sind 20 % von 80 €?
Lösung: 16 €.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unterscheidet sich antiproportional von proportional?
Lösung: Proportional: Quotient konstant; antiproportional: Produkt konstant.
2. Unterscheide Grundwert, Prozentwert und Prozentsatz.
Lösung: G: Ganzes; W: Anteil; p%: Anteil in Hundertsteln.
3. Wie unterscheidet sich antiproportional von proportional?
Lösung: Proportional: Quotient konstant; antiproportional: Produkt konstant.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6 Arbeiter brauchen 10 h. Idealisiert: Wie lange brauchen 12?
Lösung: 5 h.
2. Ein Preis steigt von 50 € auf 60 €. Prozentuale Erhöhung?
Lösung: 20 %.
3. 6 Arbeiter brauchen 10 h. Idealisiert: Wie lange brauchen 12?
Lösung: 5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Unterscheide Grundwert, Prozentwert und Prozentsatz.
Lösung: G: Ganzes; W: Anteil; p%: Anteil in Hundertsteln.
2. Ein Preis steigt von 50 € auf 60 €. Prozentuale Erhöhung?
Lösung: 20 %.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6 Arbeiter brauchen 10 h. Idealisiert: Wie lange brauchen 12?
Lösung: 5 h.
2. Ein Preis steigt von 50 € auf 60 €. Prozentuale Erhöhung?
Lösung: 20 %.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Zuordnung passt zu y=24/x?
Lösung: Eine antiproportionale Zuordnung.
2. 1000 € werden mit 3 % p.a. verzinst. Kontostand nach einem Jahr?
Lösung: 1030 €.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Proportional: 4 Stück kosten 10 €. Was kosten 8 Stück?
Lösung: 20 €.
2. Wie viel sind 20 % von 80 €?
Lösung: 16 €.
3. Wie unterscheidet sich antiproportional von proportional?
Lösung: Proportional: Quotient konstant; antiproportional: Produkt konstant.
4. Unterscheide Grundwert, Prozentwert und Prozentsatz.
Lösung: G: Ganzes; W: Anteil; p%: Anteil in Hundertsteln.
5. Wie unterscheidet sich antiproportional von proportional?
Lösung: Proportional: Quotient konstant; antiproportional: Produkt konstant.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Proportionale und antiproportionale Zuordnungen; Darstellungen und Dreisatz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Prozentrechnung, prozentuale Veränderung und Zinsrechnung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Funktionen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Proportional: 4 Stück kosten 10 €. Was kosten 8 Stück?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20 % von 80 €?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Proportional: 4 Stück kosten 10 €. Was kosten 8 Stück?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20 % von 80 €?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Unterscheide Grundwert, Prozentwert und Prozentsatz.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Proportional y=kx; antiproportional y=k/x.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 = p/100 · 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Proportional y=kx; antiproportional y=k/x.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Arbeiter brauchen 10 h. Idealisiert: Wie lange brauchen 12?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Preis steigt von 50 € auf 60 €. Prozentuale Erhöhung?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Arbeiter brauchen 10 h. Idealisiert: Wie lange brauchen 12?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Unterscheide Grundwert, Prozentwert und Prozentsatz.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Preis steigt von 50 € auf 60 €. Prozentuale Erhöhung?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Arbeiter brauchen 10 h. Idealisiert: Wie lange brauchen 12?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Preis steigt von 50 € auf 60 €. Prozentuale Erhöhung?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Zuordnung passt zu y=24/x?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1000 € werden mit 3 % p.a. verzinst. Kontostand nach einem Jahr?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Proportional: 4 Stück kosten 10 €. Was kosten 8 Stück?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20 % von 80 €?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Unterscheide Grundwert, Prozentwert und Prozentsatz.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7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