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Themengebiet: Funktionen
Stufe: Klasse 10
Die Präsentation ist als kurze Wiederholung vor bzw. zu Beginn einer Unterrichtsphase gedacht.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Bei f(x)=3·1,2ˣ: Wachstumsfaktor?
Lösung: 1,2.
2. Wie groß ist sin(90°)?
Lösung: 1.
3. Welches Modell hat konstanten Zuwachs?
Lösung: Das lineare Modell.
4. Bei f(x)=3·1,2ˣ: Wachstumsfaktor?
Lösung: 1,2.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Woran erkennt man exponentielles Wachstum?
Lösung: In gleichen Schritten wird mit demselben Faktor multipliziert.
2. Was bedeutet „periodisch“?
Lösung: Funktionswerte wiederholen sich nach einer festen Periode.
3. Wie unterscheidest du lineares und exponentielles Wachstum in einer Tabelle?
Lösung: Linear: Differenzen konstant; exponentiell: Quotienten/Faktoren konstant.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100 Bakterien wachsen pro Stunde um 50 %. Anzahl nach 3 h?
Lösung: 100·1,5³=337,5 ≈ 338.
2. Welche Periode hat sin(x) in Gradmaß?
Lösung: 360°.
3. Folge 10, 15, 22,5, 33,75: Welches Modell passt?
Lösung: Exponentiell mit Faktor 1,5.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Was bedeutet „periodisch“?
Lösung: Funktionswerte wiederholen sich nach einer festen Periode.
2. Folge 10, 15, 22,5, 33,75: Welches Modell passt?
Lösung: Exponentiell mit Faktor 1,5.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Welche Periode hat sin(x) in Gradmaß?
Lösung: 360°.
2. Folge 10, 15, 22,5, 33,75: Welches Modell passt?
Lösung: Exponentiell mit Faktor 1,5.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Halbwertszeit 4 h: Welcher Faktor gilt pro 4 h?
Lösung: 0,5.
2. Warum kann ein Modell außerhalb des beobachteten Bereichs unbrauchbar werden?
Lösung: Annahmen ändern sich; Extrapolation kann unrealistisch sein.
3. „Ein steigender Graph hat immer positive Funktionswerte.“ – Korrigiere.
Lösung: Steigend bedeutet positive Änderungsrate/Steigung; der Funktionswert kann trotzdem negativ sein.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Bei f(x)=3·1,2ˣ: Wachstumsfaktor?
Lösung: 1,2.
2. Wie groß ist sin(90°)?
Lösung: 1.
3. Welches Modell hat konstanten Zuwachs?
Lösung: Das lineare Modell.
4. Woran erkennt man exponentielles Wachstum?
Lösung: In gleichen Schritten wird mit demselben Faktor multipliziert.
5. Was bedeutet „periodisch“?
Lösung: Funktionswerte wiederholen sich nach einer festen Periode.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2A7F8E"/>
          </a:solidFill>
          <a:ln w="12700">
            <a:solidFill>
              <a:srgbClr val="2A7F8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10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Funktionen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Fragen · sichere Grundlagen · Anwendungen · Transfer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29184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Exponentielle Funktionen; Wachstums- und Zerfallsprozesse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21608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Sinus- und Kosinusfunktion; periodische Vorgänge und Einheitskreis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749808" y="4224528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4151376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Lineare, quadratische und exponentielle Modelle vergleichen und anwenden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Einstieg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10 · Funktionen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764792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f(x)=3·1,2ˣ: Wachstumsfaktor?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64224" y="1764792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31152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groß ist sin(90°)?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31520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96112" y="3621024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Welches Modell hat konstanten Zuwachs?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199632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64224" y="3621024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31152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f(x)=3·1,2ˣ: Wachstumsfaktor?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49808" y="5532120"/>
            <a:ext cx="47548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Ziel: erst Sicherheit gewinnen – dann steigern.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Begriffe &amp; Grundideen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10 · erkläre ohne lange Rechnung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Woran erkennt man exponentielles Wachstum?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999232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73152" cy="12344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„periodisch“?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398264"/>
            <a:ext cx="73152" cy="12344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82896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unterscheidest du lineares und exponentielles Wachstum in einer Tabelle?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EAF5F5"/>
          </a:solidFill>
          <a:ln w="15240">
            <a:solidFill>
              <a:srgbClr val="2A7F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27432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Exponentiell: f(x)=a·bˣ.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 und cos beschreiben periodische Vorgänge.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Modellwahl nach Struktur der Änderung, nicht nur nach „gutem Aussehen“.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EAF5F5"/>
          </a:solidFill>
          <a:ln w="13970">
            <a:solidFill>
              <a:srgbClr val="2A7F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Exponentiell: f(x)=a·bˣ.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 – sicher starten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10 · Basisaufgaben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3434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Bakterien wachsen pro Stunde um 50 %. Anzahl nach 3 h?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73152" cy="43434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Periode hat sin(x) in Gradmaß?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73152" cy="43434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Folge 10, 15, 22,5, 33,75: Welches Modell passt?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" y="6062472"/>
            <a:ext cx="5852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 sauber: Ansatz → Rechnung → Ergebnis/Deutung.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Darstellungen lesen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10 · Bild, Graph oder Modell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25880" y="5440680"/>
            <a:ext cx="5394960" cy="0"/>
          </a:xfrm>
          <a:prstGeom prst="line">
            <a:avLst/>
          </a:prstGeom>
          <a:noFill/>
          <a:ln w="1651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325880" y="5440680"/>
            <a:ext cx="0" cy="-3337560"/>
          </a:xfrm>
          <a:prstGeom prst="line">
            <a:avLst/>
          </a:prstGeom>
          <a:noFill/>
          <a:ln w="1651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325880" y="1201681"/>
            <a:ext cx="67437" cy="13929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93317" y="1340976"/>
            <a:ext cx="67437" cy="13627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60754" y="1477253"/>
            <a:ext cx="67437" cy="13326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28191" y="1610513"/>
            <a:ext cx="67437" cy="13024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95628" y="1740756"/>
            <a:ext cx="67437" cy="12722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63065" y="1867982"/>
            <a:ext cx="67437" cy="12420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30502" y="1992191"/>
            <a:ext cx="67437" cy="12119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97939" y="2113382"/>
            <a:ext cx="67437" cy="11817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65376" y="2231556"/>
            <a:ext cx="67437" cy="11515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32813" y="2346713"/>
            <a:ext cx="67437" cy="11214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00250" y="2458853"/>
            <a:ext cx="67437" cy="10912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67687" y="2567976"/>
            <a:ext cx="67437" cy="10610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35124" y="2674081"/>
            <a:ext cx="67437" cy="103088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02561" y="2777169"/>
            <a:ext cx="67437" cy="10007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69998" y="2877240"/>
            <a:ext cx="67437" cy="9705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37435" y="2974294"/>
            <a:ext cx="67437" cy="9403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04872" y="3068330"/>
            <a:ext cx="67437" cy="9101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72309" y="3159350"/>
            <a:ext cx="67437" cy="8800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39746" y="3247352"/>
            <a:ext cx="67437" cy="8498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07183" y="3332337"/>
            <a:ext cx="67437" cy="81968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74620" y="3414304"/>
            <a:ext cx="67437" cy="7895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2057" y="3493255"/>
            <a:ext cx="67437" cy="7593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809494" y="3569188"/>
            <a:ext cx="67437" cy="7291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76931" y="3642104"/>
            <a:ext cx="67437" cy="6989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44368" y="3712003"/>
            <a:ext cx="67437" cy="6688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011805" y="3778884"/>
            <a:ext cx="67437" cy="6386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79242" y="3842749"/>
            <a:ext cx="67437" cy="6084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146679" y="3903596"/>
            <a:ext cx="67437" cy="5783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14116" y="3961426"/>
            <a:ext cx="67437" cy="5481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81553" y="4016238"/>
            <a:ext cx="67437" cy="5179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48990" y="4068034"/>
            <a:ext cx="67437" cy="48778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16427" y="4116812"/>
            <a:ext cx="67437" cy="4576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483864" y="4162573"/>
            <a:ext cx="67437" cy="4274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551301" y="4205317"/>
            <a:ext cx="67437" cy="3972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18738" y="4245044"/>
            <a:ext cx="67437" cy="3670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86175" y="4281753"/>
            <a:ext cx="67437" cy="3369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753612" y="4315445"/>
            <a:ext cx="67437" cy="3067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821049" y="4346120"/>
            <a:ext cx="67437" cy="27658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888486" y="4373778"/>
            <a:ext cx="67437" cy="2464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955923" y="4398419"/>
            <a:ext cx="67437" cy="2162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023360" y="4420042"/>
            <a:ext cx="67437" cy="1860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090797" y="4438648"/>
            <a:ext cx="67437" cy="1558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158234" y="4454237"/>
            <a:ext cx="67437" cy="1257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225671" y="4466809"/>
            <a:ext cx="67437" cy="955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93108" y="4476364"/>
            <a:ext cx="67437" cy="653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360545" y="4482901"/>
            <a:ext cx="67437" cy="352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427982" y="4486421"/>
            <a:ext cx="67437" cy="50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495419" y="4486924"/>
            <a:ext cx="67437" cy="-251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562856" y="4484409"/>
            <a:ext cx="67437" cy="-553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630293" y="4478878"/>
            <a:ext cx="67437" cy="-854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697730" y="4470329"/>
            <a:ext cx="67437" cy="-1156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765167" y="4458763"/>
            <a:ext cx="67437" cy="-1458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832604" y="4444180"/>
            <a:ext cx="67437" cy="-1760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900041" y="4426580"/>
            <a:ext cx="67437" cy="-20618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967478" y="4405962"/>
            <a:ext cx="67437" cy="-2363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034915" y="4382327"/>
            <a:ext cx="67437" cy="-2665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102352" y="4355675"/>
            <a:ext cx="67437" cy="-2966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169789" y="4326006"/>
            <a:ext cx="67437" cy="-3268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237226" y="4293319"/>
            <a:ext cx="67437" cy="-3570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304663" y="4257616"/>
            <a:ext cx="67437" cy="-3872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372100" y="4218895"/>
            <a:ext cx="67437" cy="-41738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439537" y="4177157"/>
            <a:ext cx="67437" cy="-4475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506974" y="4132401"/>
            <a:ext cx="67437" cy="-4777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574411" y="4084629"/>
            <a:ext cx="67437" cy="-5079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641848" y="4033839"/>
            <a:ext cx="67437" cy="-5380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709285" y="3980032"/>
            <a:ext cx="67437" cy="-5682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776722" y="3923208"/>
            <a:ext cx="67437" cy="-5984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844159" y="3863366"/>
            <a:ext cx="67437" cy="-6285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911596" y="3800508"/>
            <a:ext cx="67437" cy="-6587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979033" y="3734632"/>
            <a:ext cx="67437" cy="-6889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046470" y="3665739"/>
            <a:ext cx="67437" cy="-7191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113907" y="3593829"/>
            <a:ext cx="67437" cy="-7492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181344" y="3518901"/>
            <a:ext cx="67437" cy="-7794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248781" y="3440956"/>
            <a:ext cx="67437" cy="-8096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316218" y="3359994"/>
            <a:ext cx="67437" cy="-8397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383655" y="3276015"/>
            <a:ext cx="67437" cy="-8699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451092" y="3189019"/>
            <a:ext cx="67437" cy="-9001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518529" y="3099005"/>
            <a:ext cx="67437" cy="-9303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585966" y="3005975"/>
            <a:ext cx="67437" cy="-96048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653403" y="2909927"/>
            <a:ext cx="67437" cy="-9906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024128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Parabel</a:t>
            </a:r>
            <a:endParaRPr lang="en-US" sz="1050" dirty="0"/>
          </a:p>
        </p:txBody>
      </p:sp>
      <p:sp>
        <p:nvSpPr>
          <p:cNvPr id="101" name="Shape 99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EAF5F5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104" name="Text 102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„periodisch“?</a:t>
            </a:r>
            <a:endParaRPr lang="en-US" sz="1650" dirty="0"/>
          </a:p>
        </p:txBody>
      </p:sp>
      <p:sp>
        <p:nvSpPr>
          <p:cNvPr id="105" name="Shape 103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6" name="Shape 104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150" dirty="0"/>
          </a:p>
        </p:txBody>
      </p:sp>
      <p:sp>
        <p:nvSpPr>
          <p:cNvPr id="108" name="Text 106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Folge 10, 15, 22,5, 33,75: Welches Modell passt?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 im Kontext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10 · etwas mehr Denken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EAF5F5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4348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Periode hat sin(x) in Gradmaß?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44348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Folge 10, 15, 22,5, 33,75: Welches Modell passt?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6053328"/>
            <a:ext cx="74980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Welche Größe ist gesucht? Welche Darstellung oder Formel hilft?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Denkfragen &amp; Fehler finden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10 · Konzepte wirklich verstanden?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7452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Halbwertszeit 4 h: Welcher Faktor gilt pro 4 h?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7452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kann ein Modell außerhalb des beobachteten Bereichs unbrauchbar werden?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25912" cy="182880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5240">
            <a:solidFill>
              <a:srgbClr val="C7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DES 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4416552"/>
            <a:ext cx="9966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„Ein steigender Graph hat immer positive Funktionswerte.“ – Korrigiere.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Korrigiere die Aussage und begründe.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68580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Kannst du das noch?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737360"/>
            <a:ext cx="7315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10 · Funktionen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53312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f(x)=3·1,2ˣ: Wachstumsfaktor?</a:t>
            </a:r>
            <a:endParaRPr lang="en-US" sz="1430" dirty="0"/>
          </a:p>
        </p:txBody>
      </p:sp>
      <p:sp>
        <p:nvSpPr>
          <p:cNvPr id="7" name="Shape 5"/>
          <p:cNvSpPr/>
          <p:nvPr/>
        </p:nvSpPr>
        <p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groß ist sin(90°)?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53312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Welches Modell hat konstanten Zuwachs?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Woran erkennt man exponentielles Wachstum?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67258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4645152"/>
            <a:ext cx="995781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„periodisch“?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6263640" y="4645152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0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4F8B6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22208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F0B4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67928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729216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C75A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74936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üben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Klasse 10 – Funktionen – Wiederholung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