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Geometrie
Stufe: Klasse 10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In einem rechtwinkligen Dreieck: sin(α)=?
Lösung: Gegenkathete/Hypotenuse.
2. Wann ist der Kosinussatz besonders nützlich?
Lösung: Bei SSS oder SWS in nicht rechtwinkligen Dreiecken.
3. Kreisradius 3 cm: Umfang?
Lösung: 6π cm ≈ 18,85 cm.
4. Zylinder: r=2 cm, h=5 cm. Volumen?
Lösung: V=π·4·5=20π cm³.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Wann nutzt du tan statt sin oder cos?
Lösung: Wenn Gegen- und Ankathete beteiligt sind.
2. Wie lautet c² im Kosinussatz?
Lösung: c²=a²+b²−2ab·cos(γ).
3. Wie hängt ein Kreisbogen vom Mittelpunktswinkel ab?
Lösung: Er ist proportional zum Winkelanteil α/360°.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α=30°, Hypotenuse 10 cm. Gegenkathete?
Lösung: 10·sin30°=5 cm.
2. a=5, b=7, γ=60°. Berechne c.
Lösung: c²=25+49−70·0,5=39 → c≈6,24.
3. Sektor: r=6 cm, α=90°. Fläche?
Lösung: (90/360)·π·36=9π cm².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Wie lautet c² im Kosinussatz?
Lösung: c²=a²+b²−2ab·cos(γ).
2. Sektor: r=6 cm, α=90°. Fläche?
Lösung: (90/360)·π·36=9π cm².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Sektor: r=6 cm, α=90°. Fläche?
Lösung: (90/360)·π·36=9π cm².
2. Kegel mit G=30 cm², h=9 cm: Volumen?
Lösung: V=(1/3)·30·9=90 cm³.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Eine Rampe steigt 1,2 m auf 6 m Länge. Welcher Steigungswinkel?
Lösung: α=arcsin(1,2/6)≈11,5°.
2. Wie ändert sich Kugelvolumen bei doppeltem Radius?
Lösung: Es wird 8-mal so groß.
3. „Was in der Zeichnung gleich aussieht, ist bewiesen gleich.“ – Korrigiere.
Lösung: Eine Zeichnung liefert Hinweise, aber Gleichheit muss über Voraussetzungen/Sätze begründet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In einem rechtwinkligen Dreieck: sin(α)=?
Lösung: Gegenkathete/Hypotenuse.
2. Wann ist der Kosinussatz besonders nützlich?
Lösung: Bei SSS oder SWS in nicht rechtwinkligen Dreiecken.
3. Kreisradius 3 cm: Umfang?
Lösung: 6π cm ≈ 18,85 cm.
4. Zylinder: r=2 cm, h=5 cm. Volumen?
Lösung: V=π·4·5=20π cm³.
5. Wann nutzt du tan statt sin oder cos?
Lösung: Wenn Gegen- und Ankathete beteiligt sind.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6F5AA8"/>
          </a:solidFill>
          <a:ln w="12700">
            <a:solidFill>
              <a:srgbClr val="6F5A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Geometrie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Sinus, Kosinus und Tangens im rechtwinkligen Dreieck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Kosinussatz und Anwendungen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Kreisumfang, Kreisfläche, Kreisbogen, Kreissektor und Tangente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49808" y="4654296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581144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Kugel, Zylinder, Prisma, Kegel, Pyramide; Oberfläche und Volumen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Geometrie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einem rechtwinkligen Dreieck: sin(α)=?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ist der Kosinussatz besonders nützlich?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Kreisradius 3 cm: Umfang?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Zylinder: r=2 cm, h=5 cm. Volumen?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nutzt du tan statt sin oder cos?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lautet c² im Kosinussatz?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hängt ein Kreisbogen vom Mittelpunktswinkel ab?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1EDF8"/>
          </a:solidFill>
          <a:ln w="15240">
            <a:solidFill>
              <a:srgbClr val="6F5A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sin=Gegenkathete/Hypotenuse; cos=Ankathete/Hypotenuse; tan=Gegenkathete/Ankathete.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c²=a²+b²−2ab·cos(γ).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U=2πr; A=πr²; Sektoranteil α/360°.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1EDF8"/>
          </a:solidFill>
          <a:ln w="13970">
            <a:solidFill>
              <a:srgbClr val="6F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sin=Gegenkathete/Hypotenuse; cos=Ankathete/Hypotenuse; tan=Gegenkathete/Ankathete.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α=30°, Hypotenuse 10 cm. Gegenkathete?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a=5, b=7, γ=60°. Berechne c.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Sektor: r=6 cm, α=90°. Fläche?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5349240"/>
            <a:ext cx="4206240" cy="0"/>
          </a:xfrm>
          <a:prstGeom prst="line">
            <a:avLst/>
          </a:prstGeom>
          <a:noFill/>
          <a:ln w="38100">
            <a:solidFill>
              <a:srgbClr val="6F5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5349240"/>
            <a:ext cx="-1097280" cy="-3017520"/>
          </a:xfrm>
          <a:prstGeom prst="line">
            <a:avLst/>
          </a:prstGeom>
          <a:noFill/>
          <a:ln w="38100">
            <a:solidFill>
              <a:srgbClr val="6F5A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2331720"/>
            <a:ext cx="-3108960" cy="3017520"/>
          </a:xfrm>
          <a:prstGeom prst="line">
            <a:avLst/>
          </a:prstGeom>
          <a:noFill/>
          <a:ln w="38100">
            <a:solidFill>
              <a:srgbClr val="6F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5394960"/>
            <a:ext cx="274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5394960"/>
            <a:ext cx="274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011680"/>
            <a:ext cx="274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01952" y="5001768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6372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lautet c² im Kosinussatz?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Sektor: r=6 cm, α=90°. Fläche?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Sektor: r=6 cm, α=90°. Fläche?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Kegel mit G=30 cm², h=9 cm: Volumen?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Rampe steigt 1,2 m auf 6 m Länge. Welcher Steigungswinkel?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ändert sich Kugelvolumen bei doppeltem Radius?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„Was in der Zeichnung gleich aussieht, ist bewiesen gleich.“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Geometrie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einem rechtwinkligen Dreieck: sin(α)=?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ist der Kosinussatz besonders nützlich?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Kreisradius 3 cm: Umfang?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Zylinder: r=2 cm, h=5 cm. Volumen?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nutzt du tan statt sin oder cos?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10 – Geometrie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