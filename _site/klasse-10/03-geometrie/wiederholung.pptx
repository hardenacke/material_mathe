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2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3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4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5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6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7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8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6F5AA8"/>
          </a:solidFill>
          <a:ln w="12700">
            <a:solidFill>
              <a:srgbClr val="6F5AA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Geometrie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Sinus, Kosinus und Tangens im rechtwinkligen Dreieck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Kosinussatz und Anwendungen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Kreisumfang, Kreisfläche, Kreisbogen, Kreissektor und Tangente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749808" y="4654296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4581144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Kugel, Zylinder, Prisma, Kegel, Pyramide; Oberfläche und Volumen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microsoft.com/office/mac/drawingml/2011/main">
  <ns0:cSld name="Slide 2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658368" y="658368"/>
            <a:ext cx="9784080" cy="47548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4" name="Text 2"/>
          <ns0:cNvSpPr/>
          <ns0:nvPr/>
        </ns0:nvSpPr>
        <ns0:spPr>
          <a:xfrm>
            <a:off x="676656" y="1152144"/>
            <a:ext cx="7772400" cy="25603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Geometrie</a:t>
            </a:r>
            <a:endParaRPr lang="en-US" sz="11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6" name="Shape 4"/>
          <ns0:cNvSpPr/>
          <ns0:nvPr/>
        </ns0:nvSpPr>
        <ns0:spPr>
          <a:xfrm>
            <a:off x="896112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7" name="Text 5"/>
          <ns0:cNvSpPr/>
          <ns0:nvPr/>
        </ns0:nvSpPr>
        <ns0:spPr>
          <a:xfrm>
            <a:off x="896112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1463040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einem rechtwinkligen Dreieck: sin(α)=?</a:t>
            </a:r>
            <a:endParaRPr lang="en-US" sz="1650" dirty="0"/>
          </a:p>
        </ns0:txBody>
      </ns0:sp>
      <ns0:sp>
        <ns0:nvSpPr>
          <ns0:cNvPr id="9" name="Shape 7"/>
          <ns0:cNvSpPr/>
          <ns0:nvPr/>
        </ns0:nvSpPr>
        <ns0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0" name="Shape 8"/>
          <ns0:cNvSpPr/>
          <ns0:nvPr/>
        </ns0:nvSpPr>
        <ns0:spPr>
          <a:xfrm>
            <a:off x="6364224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1" name="Text 9"/>
          <ns0:cNvSpPr/>
          <ns0:nvPr/>
        </ns0:nvSpPr>
        <ns0:spPr>
          <a:xfrm>
            <a:off x="6364224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6931152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ist der Kosinussatz besonders nützlich?</a:t>
            </a:r>
            <a:endParaRPr lang="en-US" sz="16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4" name="Shape 12"/>
          <ns0:cNvSpPr/>
          <ns0:nvPr/>
        </ns0:nvSpPr>
        <ns0:spPr>
          <a:xfrm>
            <a:off x="896112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5" name="Text 13"/>
          <ns0:cNvSpPr/>
          <ns0:nvPr/>
        </ns0:nvSpPr>
        <ns0:spPr>
          <a:xfrm>
            <a:off x="896112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463040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Kreisradius 3 cm: Umfang?</a:t>
            </a:r>
            <a:endParaRPr lang="en-US" sz="16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8" name="Shape 16"/>
          <ns0:cNvSpPr/>
          <ns0:nvPr/>
        </ns0:nvSpPr>
        <ns0:spPr>
          <a:xfrm>
            <a:off x="6364224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9" name="Text 17"/>
          <ns0:cNvSpPr/>
          <ns0:nvPr/>
        </ns0:nvSpPr>
        <ns0:spPr>
          <a:xfrm>
            <a:off x="6364224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6931152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Zylinder: r=2 cm, h=5 cm. Volumen?</a:t>
            </a:r>
            <a:endParaRPr lang="en-US" sz="165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749808" y="5532120"/>
            <a:ext cx="4754880" cy="274320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50" dirty="0"/>
          </a:p>
        </ns0:txBody>
      </ns0:sp>
      <ns0:sp>
        <ns0:nvSpPr>
          <ns0:cNvPr id="25" name="Slide Number Placeholder 0"/>
          <ns0:cNvSpPr>
            <a:spLocks noGrp="1"/>
          </ns0:cNvSpPr>
          <ns0:nvPr>
            <ns0:ph type="sldNum" sz="quarter" idx="4294967295"/>
          </ns0:nvPr>
        </ns0:nvSpPr>
        <ns0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ns0:spPr>
        <ns0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nutzt du tan statt sin oder cos?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lautet c² im Kosinussatz?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hängt ein Kreisbogen vom Mittelpunktswinkel ab?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1EDF8"/>
          </a:solidFill>
          <a:ln w="1524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sin=Gegenkathete/Hypotenuse; cos=Ankathete/Hypotenuse; tan=Gegenkathete/Ankathete.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c²=a²+b²−2ab·cos(γ).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U=2πr; A=πr²; Sektoranteil α/360°.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1EDF8"/>
          </a:solidFill>
          <a:ln w="13970">
            <a:solidFill>
              <a:srgbClr val="6F5A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sin=Gegenkathete/Hypotenuse; cos=Ankathete/Hypotenuse; tan=Gegenkathete/Ankathete.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α=30°, Hypotenuse 10 cm. Gegenkathete?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a=5, b=7, γ=60°. Berechne c.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Sektor: r=6 cm, α=90°. Fläche?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0" y="5349240"/>
            <a:ext cx="4206240" cy="0"/>
          </a:xfrm>
          <a:prstGeom prst="line">
            <a:avLst/>
          </a:prstGeom>
          <a:noFill/>
          <a:ln w="38100">
            <a:solidFill>
              <a:srgbClr val="6F5A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5349240"/>
            <a:ext cx="-1097280" cy="-3017520"/>
          </a:xfrm>
          <a:prstGeom prst="line">
            <a:avLst/>
          </a:prstGeom>
          <a:noFill/>
          <a:ln w="38100">
            <a:solidFill>
              <a:srgbClr val="6F5A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2331720"/>
            <a:ext cx="-3108960" cy="3017520"/>
          </a:xfrm>
          <a:prstGeom prst="line">
            <a:avLst/>
          </a:prstGeom>
          <a:noFill/>
          <a:ln w="38100">
            <a:solidFill>
              <a:srgbClr val="6F5A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5920" y="5394960"/>
            <a:ext cx="274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394960"/>
            <a:ext cx="274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2011680"/>
            <a:ext cx="274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901952" y="5001768"/>
            <a:ext cx="347472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6372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lautet c² im Kosinussatz?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Sektor: r=6 cm, α=90°. Fläche?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Sektor: r=6 cm, α=90°. Fläche?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Kegel mit G=30 cm², h=9 cm: Volumen?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Rampe steigt 1,2 m auf 6 m Länge. Welcher Steigungswinkel?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ändert sich Kugelvolumen bei doppeltem Radius?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in der Zeichnung gleich aussieht, ist bewiesen gleich.“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10 · Geometrie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einem rechtwinkligen Dreieck: sin(α)=?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ist der Kosinussatz besonders nützlich?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Kreisradius 3 cm: Umfang?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Zylinder: r=2 cm, h=5 cm. Volumen?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nutzt du tan statt sin oder cos?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10 – Geometrie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