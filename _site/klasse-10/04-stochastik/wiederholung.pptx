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Themengebiet: Stochastik
Stufe: Klasse 10
Die Präsentation ist als kurze Wiederholung vor bzw. zu Beginn einer Unterrichtsphase gedacht.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Was bedeutet P(A|B)?
Lösung: Wahrscheinlichkeit von A unter der Bedingung B.
2. Welche Bedingung gilt bei Unabhängigkeit von A und B?
Lösung: P(A∩B)=P(A)·P(B).
3. Was bedeutet „entlang eines Pfades“?
Lösung: Wahrscheinlichkeiten werden multipliziert.
4. Nenne eine mögliche Verzerrung bei einer Online-Umfrage.
Lösung: Selbstselektion; nicht repräsentative Stichprobe.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Welche Größe wird bei P(A|B) zum neuen „Ganzen“?
Lösung: Die Fälle, in denen B eingetreten ist.
2. Was bedeutet Unabhängigkeit in Worten?
Lösung: Das Wissen über B ändert die Wahrscheinlichkeit von A nicht.
3. Wann werden mehrere Pfade addiert?
Lösung: Wenn sie gemeinsam ein Ereignis bilden und sich ausschließen.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40 Personen, 20 tragen Brille; davon 8 fahren Bus. P(Bus | Brille)?
Lösung: 8/20=0,4.
2. P(A)=0,5; P(B)=0,4; unabhängig. P(A∩B)?
Lösung: 0,2.
3. P(Treffer)=0,3 pro Versuch, unabhängig. P(zwei Treffer)?
Lösung: 0,09.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Was bedeutet Unabhängigkeit in Worten?
Lösung: Das Wissen über B ändert die Wahrscheinlichkeit von A nicht.
2. P(Treffer)=0,3 pro Versuch, unabhängig. P(zwei Treffer)?
Lösung: 0,09.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P(Treffer)=0,3 pro Versuch, unabhängig. P(zwei Treffer)?
Lösung: 0,09.
2. Warum ist „100 % mehr“ nicht dasselbe wie „100 Prozentpunkte mehr“?
Lösung: Prozent ist relativ; Prozentpunkte sind Differenz von Prozentsätzen.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Warum kann P(A|B) deutlich von P(A) abweichen?
Lösung: Die Bedingung wählt eine andere Teilgruppe mit anderer Verteilung.
2. Welche Zusatzinfos brauchst du bei einer Statistik mindestens?
Lösung: Stichprobe, Erhebungsmethode, Zeitraum, Bezugsgröße/Quelle.
3. „Wahrscheinlichkeit 0,7 bedeutet: In 10 Versuchen treten genau 7 Treffer auf.“ – Korrigiere.
Lösung: 0,7 ist eine langfristige relative Häufigkeit; in einzelnen Serien kann die Trefferzahl schwanken.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Was bedeutet P(A|B)?
Lösung: Wahrscheinlichkeit von A unter der Bedingung B.
2. Welche Bedingung gilt bei Unabhängigkeit von A und B?
Lösung: P(A∩B)=P(A)·P(B).
3. Was bedeutet „entlang eines Pfades“?
Lösung: Wahrscheinlichkeiten werden multipliziert.
4. Nenne eine mögliche Verzerrung bei einer Online-Umfrage.
Lösung: Selbstselektion; nicht repräsentative Stichprobe.
5. Welche Größe wird bei P(A|B) zum neuen „Ganzen“?
Lösung: Die Fälle, in denen B eingetreten 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D9863D"/>
          </a:solidFill>
          <a:ln w="12700">
            <a:solidFill>
              <a:srgbClr val="D9863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Stochastik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Bedingte Wahrscheinlichkeit und Vierfeldertafel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Stochastische Unabhängigkeit prüfen und interpretieren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749808" y="4224528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151376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Baumdiagramme und Pfadregeln bei mehrstufigen Zufallsexperimenten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749808" y="4654296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4581144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Statistische Daten, Erhebungen und Darstellungen kritisch beurteilen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Stochastik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P(A|B)?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64224" y="1764792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64792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31152" y="1755648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Bedingung gilt bei Unabhängigkeit von A und B?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96112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„entlang eines Pfades“?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3621024"/>
            <a:ext cx="438912" cy="438912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621024"/>
            <a:ext cx="43891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31152" y="3611880"/>
            <a:ext cx="4361688" cy="1344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Nenne eine mögliche Verzerrung bei einer Online-Umfrage.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749808" y="5532120"/>
            <a:ext cx="4754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Ziel: erst Sicherheit gewinnen – dann steigern.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Größe wird bei P(A|B) zum neuen „Ganzen“?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Unabhängigkeit in Worten?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 werden mehrere Pfade addiert?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BF0E6"/>
          </a:solidFill>
          <a:ln w="15240">
            <a:solidFill>
              <a:srgbClr val="D98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P(A|B)=P(A∩B)/P(B), sofern P(B)&gt;0.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Unabhängig ⇔ P(A|B)=P(A) (bei P(B)&gt;0).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Produktregel auf dem Pfad, Summenregel über passende Pfade.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BF0E6"/>
          </a:solidFill>
          <a:ln w="13970">
            <a:solidFill>
              <a:srgbClr val="D98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P(A|B)=P(A∩B)/P(B), sofern P(B)&gt;0.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Personen, 20 tragen Brille; davon 8 fahren Bus. P(Bus | Brille)?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P(A)=0,5; P(B)=0,4; unabhängig. P(A∩B)?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P(Treffer)=0,3 pro Versuch, unabhängig. P(zwei Treffer)?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0" y="3840480"/>
            <a:ext cx="201168" cy="201168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47088" y="3941064"/>
            <a:ext cx="1627632" cy="-100584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47088" y="3941064"/>
            <a:ext cx="1627632" cy="10972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2834640"/>
            <a:ext cx="219456" cy="219456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94176" y="2944368"/>
            <a:ext cx="1883664" cy="-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94176" y="2944368"/>
            <a:ext cx="1883664" cy="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4937760"/>
            <a:ext cx="219456" cy="219456"/>
          </a:xfrm>
          <a:prstGeom prst="ellipse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94176" y="5047488"/>
            <a:ext cx="1883664" cy="-59436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94176" y="5047488"/>
            <a:ext cx="1883664" cy="640080"/>
          </a:xfrm>
          <a:prstGeom prst="line">
            <a:avLst/>
          </a:prstGeom>
          <a:noFill/>
          <a:ln w="19050">
            <a:solidFill>
              <a:srgbClr val="6372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219456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77840" y="347472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434340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5577840"/>
            <a:ext cx="201168" cy="201168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Unabhängigkeit in Worten?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P(Treffer)=0,3 pro Versuch, unabhängig. P(zwei Treffer)?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BF0E6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P(Treffer)=0,3 pro Versuch, unabhängig. P(zwei Treffer)?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ist „100 % mehr“ nicht dasselbe wie „100 Prozentpunkte mehr“?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Warum kann P(A|B) deutlich von P(A) abweichen?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D9863D"/>
          </a:solidFill>
          <a:ln w="12700">
            <a:solidFill>
              <a:srgbClr val="D98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986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Zusatzinfos brauchst du bei einer Statistik mindestens?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„Wahrscheinlichkeit 0,7 bedeutet: In 10 Versuchen treten genau 7 Treffer auf.“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10 · Stochastik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P(A|B)?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Bedingung gilt bei Unabhängigkeit von A und B?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bedeutet „entlang eines Pfades“?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Nenne eine mögliche Verzerrung bei einer Online-Umfrage.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Größe wird bei P(A|B) zum neuen „Ganzen“?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10 – Stochastik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