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Flächenberechnungen an Vielecken; Prismen und zusammengesetzte Figuren/Körper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Konstruktion, Begründung und digitale Geometriewerkzeuge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Geometrie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Dreieck: g=8 cm, h=5 cm. Fläche?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Größen bleiben bei einer geometrischen Konstruktion exakt fest?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Dreieck: g=8 cm, h=5 cm. Fläche?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Größen bleiben bei einer geometrischen Konstruktion exakt fest?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„sieht so aus“ kein Beweis?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Prisma: V=G·h.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DGS hilft beim Entdecken – Begründungen sichern die Aussage.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Prisma: V=G·h.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Prisma: Grundfläche 12 cm², Höhe 7 cm. Volumen?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eine Vermutung nach dem Verschieben eines Punktes in einer DGS.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Prisma: Grundfläche 12 cm², Höhe 7 cm. Volumen?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2514600"/>
            <a:ext cx="4389120" cy="26517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103120"/>
            <a:ext cx="0" cy="3474720"/>
          </a:xfrm>
          <a:prstGeom prst="line">
            <a:avLst/>
          </a:prstGeom>
          <a:noFill/>
          <a:ln w="21590">
            <a:solidFill>
              <a:srgbClr val="C75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Symmetrie / Konstruktion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„sieht so aus“ kein Beweis?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eine Vermutung nach dem Verschieben eines Punktes in einer DGS.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Prisma: Grundfläche 12 cm², Höhe 7 cm. Volumen?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eine Vermutung nach dem Verschieben eines Punktes in einer DGS.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ändert sich das Volumen eines Prismas, wenn nur die Höhe verdoppelt wird?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nutzt man eine dynamische Geometriesoftware sinnvoll zum Beweisen?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Dreieck: g=8 cm, h=5 cm. Fläche?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Größen bleiben bei einer geometrischen Konstruktion exakt fest?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„sieht so aus“ kein Beweis?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