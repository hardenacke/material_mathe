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Lineare Funktionen; Steigung, Achsenabschnitt, Darstellungswechsel, Modellieren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Schnittpunkte linearer Funktionen als Lösung von LGS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Funktionen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y=2x+3: Wie groß ist die Steigung?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gilt am Schnittpunkt zweier Funktionsgraphen?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y=2x+3: Wie groß ist die Steigung?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gilt am Schnittpunkt zweier Funktionsgraphen?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bedeuten m und b in y=mx+b?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löst f(x)=g(x) den Schnittpunkt?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bedeuten m und b in y=mx+b?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 = Δy/Δx; b = f(0).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Schnittpunkt: f(x)=g(x).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Δy/Δx; b = f(0).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die Gerade durch (0|−1) und (2|5).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Schnittpunkt von y=2x+1 und y=−x+7?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die Gerade durch (0|−1) und (2|5).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4904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487076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837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80371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770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736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70313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669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63609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602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569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453551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4501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446846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4434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4401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436789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4334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430084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426731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423379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420027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416674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413322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409969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406617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403264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99912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96559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393207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389854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386502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383149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379797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376445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373092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369740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366387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363035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359682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356330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352977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349625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346272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342920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339568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336215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332863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329510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326158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322805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319453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316100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312748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309395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306043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302690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299338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295986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292633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289281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2859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282576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2792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275871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2725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2691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265813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2624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259108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2557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2524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249051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2456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242346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2389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356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32289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289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25584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löst f(x)=g(x) den Schnittpunkt?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Schnittpunkt von y=2x+1 und y=−x+7?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die Gerade durch (0|−1) und (2|5).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Schnittpunkt von y=2x+1 und y=−x+7?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Taxi: 4 € Grundpreis + 1,80 €/km. Welche Funktion passt?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Tarife schneiden sich bei x=8. Was bedeutet das im Kontext?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Funktionen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y=2x+3: Wie groß ist die Steigung?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gilt am Schnittpunkt zweier Funktionsgraphen?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bedeuten m und b in y=mx+b?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löst f(x)=g(x) den Schnittpunkt?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bedeuten m und b in y=mx+b?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8 – Funktionen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