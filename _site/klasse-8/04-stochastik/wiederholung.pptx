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Themengebiet: Stochastik
Stufe: Klasse 8
Die Präsentation ist als kurze Wiederholung vor bzw. zu Beginn einer Unterrichtsphase gedacht.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Zweimal faire Münze: P(Kopf, Kopf)?
Lösung: 1/2·1/2=1/4.
2. Welche fünf Werte beschreibt ein Boxplot typischerweise?
Lösung: Minimum, Q1, Median, Q3, Maximum.
3. Zweimal faire Münze: P(Kopf, Kopf)?
Lösung: 1/2·1/2=1/4.
4. Welche fünf Werte beschreibt ein Boxplot typischerweise?
Lösung: Minimum, Q1, Median, Q3, Maximum.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Was zeigt ein Pfad im Baumdiagramm?
Lösung: Eine vollständige Folge von Ergebnissen.
2. Was zeigt die Box?
Lösung: Den Bereich vom 1. bis 3. Quartil, also die mittleren 50 %.
3. Was zeigt ein Pfad im Baumdiagramm?
Lösung: Eine vollständige Folge von Ergebnissen.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Würfel zweimal: P(zweimal 6)?
Lösung: 1/36.
2. Q1=12, Median=18, Q3=25. Interquartilsabstand?
Lösung: 13.
3. Würfel zweimal: P(zweimal 6)?
Lösung: 1/36.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Was zeigt die Box?
Lösung: Den Bereich vom 1. bis 3. Quartil, also die mittleren 50 %.
2. Q1=12, Median=18, Q3=25. Interquartilsabstand?
Lösung: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Würfel zweimal: P(zweimal 6)?
Lösung: 1/36.
2. Q1=12, Median=18, Q3=25. Interquartilsabstand?
Lösung: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Wie berechnet man „mindestens einmal Treffer“ oft einfacher?
Lösung: Über das Gegenereignis: 1−P(kein Treffer).
2. Zwei Boxplots haben gleichen Median, aber unterschiedliche Boxbreiten. Was bedeutet das?
Lösung: Unterschiedliche Streuung der mittleren 50 %.
3. „Wahrscheinlichkeit 0,7 bedeutet: In 10 Versuchen treten genau 7 Treffer auf.“ – Korrigiere.
Lösung: 0,7 ist eine langfristige relative Häufigkeit; in einzelnen Serien kann die Trefferzahl schwanken.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Zweimal faire Münze: P(Kopf, Kopf)?
Lösung: 1/2·1/2=1/4.
2. Welche fünf Werte beschreibt ein Boxplot typischerweise?
Lösung: Minimum, Q1, Median, Q3, Maximum.
3. Was zeigt ein Pfad im Baumdiagramm?
Lösung: Eine vollständige Folge von Ergebnissen.
4. Was zeigt die Box?
Lösung: Den Bereich vom 1. bis 3. Quartil, also die mittleren 50 %.
5. Was zeigt ein Pfad im Baumdiagramm?
Lösung: Eine vollständige Folge von Ergebnissen.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D9863D"/>
          </a:solidFill>
          <a:ln w="12700">
            <a:solidFill>
              <a:srgbClr val="D9863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8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Stochastik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Mehrstufige Zufallsexperimente; Baumdiagramme; Produkt- und Summenregel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 darstellen und beurteilen; Quartile und Boxplots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8 · Stochastik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764792"/>
            <a:ext cx="438912" cy="438912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764792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1755648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Zweimal faire Münze: P(Kopf, Kopf)?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64224" y="1764792"/>
            <a:ext cx="438912" cy="438912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764792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31152" y="1755648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fünf Werte beschreibt ein Boxplot typischerweise?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621024"/>
            <a:ext cx="438912" cy="438912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621024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611880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Zweimal faire Münze: P(Kopf, Kopf)?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64224" y="3621024"/>
            <a:ext cx="438912" cy="438912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3621024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31152" y="3611880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fünf Werte beschreibt ein Boxplot typischerweise?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49808" y="5532120"/>
            <a:ext cx="4754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Ziel: erst Sicherheit gewinnen – dann steigern.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8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zeigt ein Pfad im Baumdiagramm?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zeigt die Box?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zeigt ein Pfad im Baumdiagramm?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FBF0E6"/>
          </a:solidFill>
          <a:ln w="15240">
            <a:solidFill>
              <a:srgbClr val="D98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Entlang eines Pfades multiplizieren; passende Pfade addieren.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IQR = Q3 − Q1.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FBF0E6"/>
          </a:solidFill>
          <a:ln w="13970">
            <a:solidFill>
              <a:srgbClr val="D98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Entlang eines Pfades multiplizieren; passende Pfade addieren.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8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Würfel zweimal: P(zweimal 6)?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Q1=12, Median=18, Q3=25. Interquartilsabstand?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Würfel zweimal: P(zweimal 6)?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8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45920" y="3840480"/>
            <a:ext cx="201168" cy="201168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47088" y="3941064"/>
            <a:ext cx="1627632" cy="-1005840"/>
          </a:xfrm>
          <a:prstGeom prst="line">
            <a:avLst/>
          </a:prstGeom>
          <a:noFill/>
          <a:ln w="19050">
            <a:solidFill>
              <a:srgbClr val="63728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47088" y="3941064"/>
            <a:ext cx="1627632" cy="1097280"/>
          </a:xfrm>
          <a:prstGeom prst="line">
            <a:avLst/>
          </a:prstGeom>
          <a:noFill/>
          <a:ln w="19050">
            <a:solidFill>
              <a:srgbClr val="63728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4720" y="2834640"/>
            <a:ext cx="219456" cy="219456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94176" y="2944368"/>
            <a:ext cx="1883664" cy="-640080"/>
          </a:xfrm>
          <a:prstGeom prst="line">
            <a:avLst/>
          </a:prstGeom>
          <a:noFill/>
          <a:ln w="19050">
            <a:solidFill>
              <a:srgbClr val="63728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94176" y="2944368"/>
            <a:ext cx="1883664" cy="640080"/>
          </a:xfrm>
          <a:prstGeom prst="line">
            <a:avLst/>
          </a:prstGeom>
          <a:noFill/>
          <a:ln w="19050">
            <a:solidFill>
              <a:srgbClr val="6372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4720" y="4937760"/>
            <a:ext cx="219456" cy="219456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94176" y="5047488"/>
            <a:ext cx="1883664" cy="-594360"/>
          </a:xfrm>
          <a:prstGeom prst="line">
            <a:avLst/>
          </a:prstGeom>
          <a:noFill/>
          <a:ln w="19050">
            <a:solidFill>
              <a:srgbClr val="63728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94176" y="5047488"/>
            <a:ext cx="1883664" cy="640080"/>
          </a:xfrm>
          <a:prstGeom prst="line">
            <a:avLst/>
          </a:prstGeom>
          <a:noFill/>
          <a:ln w="19050">
            <a:solidFill>
              <a:srgbClr val="6372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0" y="2194560"/>
            <a:ext cx="201168" cy="201168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77840" y="3474720"/>
            <a:ext cx="201168" cy="201168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77840" y="4343400"/>
            <a:ext cx="201168" cy="201168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577840" y="5577840"/>
            <a:ext cx="201168" cy="201168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BF0E6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zeigt die Box?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Q1=12, Median=18, Q3=25. Interquartilsabstand?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8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BF0E6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Würfel zweimal: P(zweimal 6)?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Q1=12, Median=18, Q3=25. Interquartilsabstand?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8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berechnet man „mindestens einmal Treffer“ oft einfacher?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Boxplots haben gleichen Median, aber unterschiedliche Boxbreiten. Was bedeutet das?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„Wahrscheinlichkeit 0,7 bedeutet: In 10 Versuchen treten genau 7 Treffer auf.“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4440"/>
            <a:ext cx="68580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Kannst du das noch?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7315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8 · Stochastik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Zweimal faire Münze: P(Kopf, Kopf)?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fünf Werte beschreibt ein Boxplot typischerweise?</a:t>
            </a:r>
            <a:endParaRPr lang="en-US" sz="1430" dirty="0"/>
          </a:p>
        </p:txBody>
      </p:sp>
      <p:sp>
        <p:nvSpPr>
          <p:cNvPr id="10" name="Shape 8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53312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zeigt ein Pfad im Baumdiagramm?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zeigt die Box?</a:t>
            </a:r>
            <a:endParaRPr lang="en-US" sz="1430" dirty="0"/>
          </a:p>
        </p:txBody>
      </p:sp>
      <p:sp>
        <p:nvSpPr>
          <p:cNvPr id="16" name="Shape 14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67258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4645152"/>
            <a:ext cx="995781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zeigt ein Pfad im Baumdiagramm?</a:t>
            </a:r>
            <a:endParaRPr lang="en-US" sz="1430" dirty="0"/>
          </a:p>
        </p:txBody>
      </p:sp>
      <p:sp>
        <p:nvSpPr>
          <p:cNvPr id="19" name="Text 17"/>
          <p:cNvSpPr/>
          <p:nvPr/>
        </p:nvSpPr>
        <p:spPr>
          <a:xfrm>
            <a:off x="6263640" y="4645152"/>
            <a:ext cx="1051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522208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67928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729216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74936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Klasse 8 – Stochastik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