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Mehrstufige Zufallsexperimente; Baumdiagramme; Produkt- und Summenregel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darstellen und beurteilen; Quartile und Boxplots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fünf Werte beschreibt ein Boxplot typischerweise?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fünf Werte beschreibt ein Boxplot typischerweise?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die Box?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Entlang eines Pfades multiplizieren; passende Pfade addieren.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IQR = Q3 − Q1.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Entlang eines Pfades multiplizieren; passende Pfade addieren.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Q1=12, Median=18, Q3=25. Interquartilsabstand?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die Box?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Q1=12, Median=18, Q3=25. Interquartilsabstand?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Q1=12, Median=18, Q3=25. Interquartilsabstand?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berechnet man „mindestens einmal Treffer“ oft einfacher?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Boxplots haben gleichen Median, aber unterschiedliche Boxbreiten. Was bedeutet das?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fünf Werte beschreibt ein Boxplot typischerweise?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die Box?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