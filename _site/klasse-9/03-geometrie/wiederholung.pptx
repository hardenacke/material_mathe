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Satz des Pythagoras, Umkehrung und Anwendungen in Ebene und Raum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Ähnlichkeit und zentrische Streckung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Strahlensätze und Anwendungen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Geometrie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Streckfaktor k=2: Aus 3 cm werden?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parallelen Schnittgeraden entstehen welche Beziehungen?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darf a²+b²=c² verwendet werden?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Parallelität für die Strahlensätze entscheidend?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 rechtwinkligen Dreieck: a²+b²=c².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Ähnlichkeit: gleiche Winkel, proportionale Seiten.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Strahlensätze beruhen auf Ähnlichkeit.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Im rechtwinkligen Dreieck: a²+b²=c².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Leiter 5 m, Abstand zur Wand 3 m. Höhe?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Foto 10×15 cm wird auf 20 cm Breite vergrößert. Neue Höhe?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01952" y="5001768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6372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Foto 10×15 cm wird auf 20 cm Breite vergrößert. Neue Höhe?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Prüfe, ob Seiten 6, 8, 10 ein rechtwinkliges Dreieck bilden.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man die Höhe eines Baumes mit Schattenlängen bestimmen?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Streckfaktor k=2: Aus 3 cm werden?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parallelen Schnittgeraden entstehen welche Beziehungen?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darf a²+b²=c² verwendet werden?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