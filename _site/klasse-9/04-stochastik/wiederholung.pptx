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Datenerhebungen, Kennwerte und Streuung beschreiben und vergleichen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Diagramme, Skalierungen und mögliche Manipulationen kritisch beurteilen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Stochastik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4, 6. Mittelwert?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eine abgeschnittene y-Achse bewirken?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4, 6. Mittelwert?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eine abgeschnittene y-Achse bewirken?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Dinge prüfst du zuerst bei einem Diagramm?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Lage + Streuung gemeinsam betrachten.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Diagramme kritisch lesen: Skala, Bezugsgröße, Quelle, Zeitraum.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Lage + Streuung gemeinsam betrachten.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A={4,4,4,4} und B={1,3,5,7}: gleicher Mittelwert?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Balken ist optisch doppelt so hoch, Werte sind 52 und 56. Was könnte passiert sein?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A={4,4,4,4} und B={1,3,5,7}: gleicher Mittelwert?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473245"/>
            <a:ext cx="594360" cy="921715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4640" y="3880714"/>
            <a:ext cx="594360" cy="1514246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156509"/>
            <a:ext cx="594360" cy="2238451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551530"/>
            <a:ext cx="594360" cy="1843430"/>
          </a:xfrm>
          <a:prstGeom prst="rect">
            <a:avLst/>
          </a:prstGeom>
          <a:solidFill>
            <a:srgbClr val="D9863D">
              <a:alpha val="75000"/>
            </a:srgbClr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761488"/>
            <a:ext cx="594360" cy="2633472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5394960"/>
            <a:ext cx="5303520" cy="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5394960"/>
            <a:ext cx="0" cy="-3474720"/>
          </a:xfrm>
          <a:prstGeom prst="line">
            <a:avLst/>
          </a:prstGeom>
          <a:noFill/>
          <a:ln w="17780">
            <a:solidFill>
              <a:srgbClr val="1F29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Dinge prüfst du zuerst bei einem Diagramm?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Balken ist optisch doppelt so hoch, Werte sind 52 und 56. Was könnte passiert sein?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Vergleiche A={4,4,4,4} und B={1,3,5,7}: gleicher Mittelwert?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Balken ist optisch doppelt so hoch, Werte sind 52 und 56. Was könnte passiert sein?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ein Mittelwert allein oft nicht zur Beschreibung eines Datensatzes?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auch ein korrektes Diagramm irreführend sein?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Daten: 2, 4, 6. Mittelwert?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eine abgeschnittene y-Achse bewirken?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Dinge prüfst du zuerst bei einem Diagramm?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Streuung?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9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