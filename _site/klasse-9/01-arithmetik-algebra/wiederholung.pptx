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Arithmetik/Algebra
Stufe: Klasse 9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Berechne: √81.
Lösung: 9.
2. Berechne: 2⁵.
Lösung: 32.
3. Löse: x² = 49.
Lösung: x = ±7.
4. Berechne: √81.
Lösung: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ist √2 irrational?
Lösung: √2 lässt sich nicht als Quotient zweier ganzer Zahlen darstellen.
2. Formuliere die Regel für aᵐ·aⁿ.
Lösung: aᵐ·aⁿ = aᵐ⁺ⁿ.
3. Wie hängen Nullstellen einer Funktion und Lösungen einer Gleichung zusammen?
Lösung: Nullstellen lösen f(x)=0.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Vereinfache: √50.
Lösung: 5√2.
2. Schreibe 3,2·10⁵ als normale Zahl.
Lösung: 320 000.
3. Löse: x² − 5x + 6 = 0.
Lösung: x=2 oder x=3.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Formuliere die Regel für aᵐ·aⁿ.
Lösung: aᵐ·aⁿ = aᵐ⁺ⁿ.
2. Löse: x² − 5x + 6 = 0.
Lösung: x=2 oder x=3.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Schreibe 3,2·10⁵ als normale Zahl.
Lösung: 320 000.
2. Löse: x² − 5x + 6 = 0.
Lösung: x=2 oder x=3.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Zwischen welchen ganzen Zahlen liegt √70?
Lösung: Zwischen 8 und 9.
2. Eine quadratische Gleichung hat Diskriminante &lt; 0. Was folgt?
Lösung: Keine reelle Lösung.
3. „Ein Rechenergebnis ohne Einheit ist immer vollständig.“ – Korrigiere.
Lösung: Bei Größen und Sachaufgaben gehört die passende Einheit bzw. Kontextdeutung zur vollständigen Antwort.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Berechne: √81.
Lösung: 9.
2. Berechne: 2⁵.
Lösung: 32.
3. Löse: x² = 49.
Lösung: x = ±7.
4. Warum ist √2 irrational?
Lösung: √2 lässt sich nicht als Quotient zweier ganzer Zahlen darstellen.
5. Formuliere die Regel für aᵐ·aⁿ.
Lösung: aᵐ·aⁿ = aᵐ⁺ⁿ.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3B6EA5"/>
          </a:solidFill>
          <a:ln w="12700">
            <a:solidFill>
              <a:srgbClr val="3B6EA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Arithmetik/Algebra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Reelle Zahlen, Quadratwurzeln und Irrationalität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Potenzen, Potenzgesetze und Zahlendarstellungen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Quadratische Gleichungen und Lösungsverfahren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Arithmetik/Algebra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√81.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2⁵.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x² = 49.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√81.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√2 irrational?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Formuliere die Regel für aᵐ·aⁿ.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hängen Nullstellen einer Funktion und Lösungen einer Gleichung zusammen?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1F7"/>
          </a:solidFill>
          <a:ln w="15240">
            <a:solidFill>
              <a:srgbClr val="3B6E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√a ist die nichtnegative Zahl, deren Quadrat a ist.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Gleiche Basis: beim Multiplizieren Exponenten addieren.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Quadratische Gleichungen können 0, 1 oder 2 reelle Lösungen besitzen.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1F7"/>
          </a:solidFill>
          <a:ln w="13970">
            <a:solidFill>
              <a:srgbClr val="3B6E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√a ist die nichtnegative Zahl, deren Quadrat a ist.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Vereinfache: √50.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Schreibe 3,2·10⁵ als normale Zahl.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x² − 5x + 6 = 0.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4069080"/>
            <a:ext cx="4892040" cy="0"/>
          </a:xfrm>
          <a:prstGeom prst="line">
            <a:avLst/>
          </a:prstGeom>
          <a:noFill/>
          <a:ln w="2032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7373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93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231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951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089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809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947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25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663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83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52160" y="3959352"/>
            <a:ext cx="0" cy="219456"/>
          </a:xfrm>
          <a:prstGeom prst="line">
            <a:avLst/>
          </a:prstGeom>
          <a:noFill/>
          <a:ln w="12700">
            <a:solidFill>
              <a:srgbClr val="1F29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24144" y="4251960"/>
            <a:ext cx="274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34840" y="3922776"/>
            <a:ext cx="292608" cy="292608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Zahlen · Terme · Strukturen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Formuliere die Regel für aᵐ·aⁿ.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x² − 5x + 6 = 0.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1F7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Schreibe 3,2·10⁵ als normale Zahl.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x² − 5x + 6 = 0.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Zwischen welchen ganzen Zahlen liegt √70?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B6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quadratische Gleichung hat Diskriminante &lt; 0. Was folgt?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Rechenergebnis ohne Einheit ist immer vollständig.“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Arithmetik/Algebra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√81.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Berechne: 2⁵.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Löse: x² = 49.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√2 irrational?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Formuliere die Regel für aᵐ·aⁿ.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9 – Arithmetik/Algebra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