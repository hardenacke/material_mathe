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Arithmetik/Algebra
Stufe: Klasse 5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Welche Zahl ist größer: 405 090 oder 405 900?
Lösung: 405 900.
2. Berechne: 48 + 37, 96 : 8, 7 · 14.
Lösung: 85; 12; 98.
3. Wandle um: 2,4 m = ? cm.
Lösung: 240 cm.
4. Wie viel sind 3/5 von 20?
Lösung: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Welche Bedeutung hat die Ziffer 7 in 372 415?
Lösung: Sie steht an der Zehntausenderstelle und bedeutet 70 000.
2. Wie helfen Kommutativ- und Assoziativgesetz beim geschickten Rechnen?
Lösung: Man darf Summanden/Faktoren vertauschen und neu gruppieren.
3. Warum sind 1 m² nicht 100 cm²?
Lösung: Weil beide Seiten mit 100 skaliert werden: 1 m² = 10 000 cm².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Runde 684 731 auf Tausender.
Lösung: 685 000.
2. Rechne geschickt: 25 · 17 · 4.
Lösung: (25·4)·17 = 100·17 = 1700.
3. Ein Weg ist 1,75 km lang. Wie viele Meter sind das?
Lösung: 1750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Wie helfen Kommutativ- und Assoziativgesetz beim geschickten Rechnen?
Lösung: Man darf Summanden/Faktoren vertauschen und neu gruppieren.
2. Ein Weg ist 1,75 km lang. Wie viele Meter sind das?
Lösung: 1750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Ein Weg ist 1,75 km lang. Wie viele Meter sind das?
Lösung: 1750 m.
2. Eine Pizza hat 8 Stücke. 3 sind gegessen. Welcher Bruchteil ist übrig?
Lösung: 5/8.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Finde eine Zahl zwischen 399 990 und 400 010, die durch 5 teilbar ist.
Lösung: Zum Beispiel 399 995, 400 000 oder 400 005.
2. Welche Darstellung passt besser zu 3/4: 6/8 oder 4/6? Begründe.
Lösung: 6/8, denn gekürzt ergibt es 3/4.
3. „Beim Addieren von Brüchen addiert man Zähler und Nenner.“ – Korrigiere.
Lösung: Nur gleichnamige Brüche werden über die Zähler addiert; der gemeinsame Nenner bleibt erhalten.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Welche Zahl ist größer: 405 090 oder 405 900?
Lösung: 405 900.
2. Berechne: 48 + 37, 96 : 8, 7 · 14.
Lösung: 85; 12; 98.
3. Wandle um: 2,4 m = ? cm.
Lösung: 240 cm.
4. Wie viel sind 3/5 von 20?
Lösung: 12.
5. Welche Bedeutung hat die Ziffer 7 in 372 415?
Lösung: Sie steht an der Zehntausenderstelle und bedeutet 70 000.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3B6EA5"/>
          </a:solidFill>
          <a:ln w="12700">
            <a:solidFill>
              <a:srgbClr val="3B6EA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Arithmetik/Algebra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Natürliche Zahlen, Stellenwerttafel, Zahlenstrahl, Wortform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Grundrechenarten mit natürlichen Zahlen; Kommutativ-, Assoziativ- und Distributivgesetz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Länge, Zeit, Geld, Masse sowie erste Flächen- und Volumeneinheiten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49808" y="4654296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581144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Anteile, Bruchteile von Größen, Bruchdarstellungen und Grundvorstellungen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Arithmetik/Algebra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Zahl ist größer: 405 090 oder 405 900?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48 + 37, 96 : 8, 7 · 14.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Wandle um: 2,4 m = ? cm.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 sind 3/5 von 20?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Bedeutung hat die Ziffer 7 in 372 415?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helfen Kommutativ- und Assoziativgesetz beim geschickten Rechnen?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sind 1 m² nicht 100 cm²?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1F7"/>
          </a:solidFill>
          <a:ln w="15240">
            <a:solidFill>
              <a:srgbClr val="3B6E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Stellenwert entscheidet über den Wert einer Ziffer.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Distributivgesetz: a·(b+c)=a·b+a·c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Vor dem Rechnen immer gleiche Einheiten herstellen.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1F7"/>
          </a:solidFill>
          <a:ln w="13970">
            <a:solidFill>
              <a:srgbClr val="3B6E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Stellenwert entscheidet über den Wert einer Ziffer.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Runde 684 731 auf Tausender.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 geschickt: 25 · 17 · 4.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Weg ist 1,75 km lang. Wie viele Meter sind das?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91640" y="2606040"/>
            <a:ext cx="914400" cy="960120"/>
          </a:xfrm>
          <a:prstGeom prst="rect">
            <a:avLst/>
          </a:prstGeom>
          <a:solidFill>
            <a:srgbClr val="3B6EA5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06040" y="2606040"/>
            <a:ext cx="914400" cy="960120"/>
          </a:xfrm>
          <a:prstGeom prst="rect">
            <a:avLst/>
          </a:prstGeom>
          <a:solidFill>
            <a:srgbClr val="3B6EA5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2606040"/>
            <a:ext cx="914400" cy="960120"/>
          </a:xfrm>
          <a:prstGeom prst="rect">
            <a:avLst/>
          </a:prstGeom>
          <a:solidFill>
            <a:srgbClr val="3B6EA5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2606040"/>
            <a:ext cx="914400" cy="960120"/>
          </a:xfrm>
          <a:prstGeom prst="rect">
            <a:avLst/>
          </a:prstGeom>
          <a:solidFill>
            <a:srgbClr val="FFFFFF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9240" y="2606040"/>
            <a:ext cx="914400" cy="960120"/>
          </a:xfrm>
          <a:prstGeom prst="rect">
            <a:avLst/>
          </a:prstGeom>
          <a:solidFill>
            <a:srgbClr val="FFFFFF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794760"/>
            <a:ext cx="10058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6EA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3/5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645920" y="4846320"/>
            <a:ext cx="4754880" cy="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6459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1F7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helfen Kommutativ- und Assoziativgesetz beim geschickten Rechnen?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Weg ist 1,75 km lang. Wie viele Meter sind das?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1F7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Weg ist 1,75 km lang. Wie viele Meter sind das?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Pizza hat 8 Stücke. 3 sind gegessen. Welcher Bruchteil ist übrig?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 eine Zahl zwischen 399 990 und 400 010, die durch 5 teilbar ist.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Darstellung passt besser zu 3/4: 6/8 oder 4/6? Begründe.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„Beim Addieren von Brüchen addiert man Zähler und Nenner.“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Arithmetik/Algebra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Zahl ist größer: 405 090 oder 405 900?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48 + 37, 96 : 8, 7 · 14.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Wandle um: 2,4 m = ? cm.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 sind 3/5 von 20?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Bedeutung hat die Ziffer 7 in 372 415?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5 – Arithmetik/Algebra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