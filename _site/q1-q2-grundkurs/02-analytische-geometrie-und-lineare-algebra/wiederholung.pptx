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Themengebiet: Analytische Geometrie und Lineare Algebra
Stufe: Qualifikationsphase – Grundkurs (Q1/Q2)
Die Präsentation ist als kurze Wiederholung vor bzw. zu Beginn einer Unterrichtsphase gedacht.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u·v bei u=(1,2), v=(3,−1)?
Lösung: 1·3+2·(−1)=1.
2. Koordinatenform einer Ebene: Welche Größen stehen im Normalenvektor?
Lösung: Die Koeffizienten vor x₁,x₂,x₃.
3. Wie findet man den Schnittpunkt einer Geraden mit einer Ebene?
Lösung: Gerade in Ebenengleichung einsetzen und Parameter lösen.
4. Warum heißt Gauß ein algorithmisches Verfahren?
Lösung: Es folgt einer wiederholbaren Folge erlaubter Zeilenoperationen.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Wann sind Vektoren orthogonal?
Lösung: Wenn ihr Skalarprodukt 0 ist.
2. Wie viele unabhängige Richtungsvektoren braucht eine Ebene in Parameterform?
Lösung: Zwei.
3. Wodurch wird der Winkel Gerade–Ebene berechnet?
Lösung: Über Richtungsvektor der Geraden und Normalenvektor der Ebene.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u=(1,0,0), v=(1,1,0): Winkel?
Lösung: 45°.
2. E: x₁+x₂+x₃=6. Liegt P(1|2|3) auf E?
Lösung: Ja.
3. g: x=(0,0,0)+t(1,1,1), E: x₁+x₂+x₃=6. Schnittparameter?
Lösung: 3t=6 → t=2; S=(2,2,2).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Wie viele unabhängige Richtungsvektoren braucht eine Ebene in Parameterform?
Lösung: Zwei.
2. g: x=(0,0,0)+t(1,1,1), E: x₁+x₂+x₃=6. Schnittparameter?
Lösung: 3t=6 → t=2; S=(2,2,2).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g: x=(0,0,0)+t(1,1,1), E: x₁+x₂+x₃=6. Schnittparameter?
Lösung: 3t=6 → t=2; S=(2,2,2).
2. Interpretiere die Zeile 0x+0y+0z=5.
Lösung: Widerspruch → keine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Warum braucht die Winkelberechnung die Vektorlängen?
Lösung: Das Skalarprodukt enthält auch die Größen; Normierung trennt Richtung und Länge.
2. Wie kann die Lösungsmenge eines LGS geometrisch gedeutet werden?
Lösung: Als Schnittmenge von Geraden/Ebenen je nach Dimension.
3. „Was in der Zeichnung gleich aussieht, ist bewiesen gleich.“ – Korrigiere.
Lösung: Eine Zeichnung liefert Hinweise, aber Gleichheit muss über Voraussetzungen/Sätze begründet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Berechnen Sie u·v für u=(1|2|0) und v=(3|−1|0).
Lösung: u·v=1·3+2·(−1)=1.
2. Entscheiden Sie, ob u=(1|1|0) und v=(1|−1|0) orthogonal sind.
Lösung: Ja, denn u·v=0.
3. Bestimmen Sie den Schnittpunkt von g: x=t·(1|1|1) mit E: x₁+x₂+x₃=6.
Lösung: 3t=6 ⇒ t=2; S(2|2|2).
4. Beschreiben Sie die Bedeutung eines Normalenvektors einer Ebene.
Lösung: Ein Normalenvektor steht senkrecht auf der Ebene.
5. Beurteilen Sie die Aussage: „Zwei Geraden im Raum, die sich nicht schneiden, sind parallel.“
Lösung: Falsch. Sie können auch windschief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6F5AA8"/>
          </a:solidFill>
          <a:ln w="12700">
            <a:solidFill>
              <a:srgbClr val="6F5AA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Analytische Geometrie und Lineare Algebra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Skalarprodukt, Orthogonalität, Winkel zwischen Vektoren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Ebenen in Parameter- und Koordinatenform; Normalenvektor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Schnittwinkel; Schnittpunkte von Geraden und Ebenen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749808" y="4654296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4581144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Lineare Gleichungssysteme und algorithmisches Lösungsverfahren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Analytische Geometrie und Lineare Algebra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u·v bei u=(1,2), v=(3,−1)?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64224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31152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Koordinatenform einer Ebene: Welche Größen stehen im Normalenvektor?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findet man den Schnittpunkt einer Geraden mit einer Ebene?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64224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1152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heißt Gauß ein algorithmisches Verfahren?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49808" y="55321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Ziel: erst Sicherheit gewinnen – dann steigern.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sind Vektoren orthogonal?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unabhängige Richtungsvektoren braucht eine Ebene in Parameterform?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Wodurch wird der Winkel Gerade–Ebene berechnet?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1EDF8"/>
          </a:solidFill>
          <a:ln w="1524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cos α = (u·v)/(|u||v|).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E: x=a+r·u+s·v bzw. n·x=d.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Gerade–Ebene: α = 90° − Winkel(u,n).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1EDF8"/>
          </a:solidFill>
          <a:ln w="13970">
            <a:solidFill>
              <a:srgbClr val="6F5A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cos α = (u·v)/(|u||v|).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u=(1,0,0), v=(1,1,0): Winkel?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E: x₁+x₂+x₃=6. Liegt P(1|2|3) auf E?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g: x=(0,0,0)+t(1,1,1), E: x₁+x₂+x₃=6. Schnittparameter?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0" y="4892040"/>
            <a:ext cx="3383280" cy="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560320" y="4892040"/>
            <a:ext cx="0" cy="-237744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560320" y="4892040"/>
            <a:ext cx="-822960" cy="82296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560320" y="4892040"/>
            <a:ext cx="2377440" cy="-1645920"/>
          </a:xfrm>
          <a:prstGeom prst="line">
            <a:avLst/>
          </a:prstGeom>
          <a:noFill/>
          <a:ln w="38100">
            <a:solidFill>
              <a:srgbClr val="6F5AA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3794760" y="3840480"/>
            <a:ext cx="320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840480" y="3520440"/>
            <a:ext cx="2560320" cy="1417320"/>
          </a:xfrm>
          <a:prstGeom prst="parallelogram">
            <a:avLst/>
          </a:prstGeom>
          <a:solidFill>
            <a:srgbClr val="F1EDF8">
              <a:alpha val="82000"/>
            </a:srgbClr>
          </a:solidFill>
          <a:ln w="21590">
            <a:solidFill>
              <a:srgbClr val="6F5AA8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unabhängige Richtungsvektoren braucht eine Ebene in Parameterform?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g: x=(0,0,0)+t(1,1,1), E: x₁+x₂+x₃=6. Schnittparameter?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g: x=(0,0,0)+t(1,1,1), E: x₁+x₂+x₃=6. Schnittparameter?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Interpretiere die Zeile 0x+0y+0z=5.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braucht die Winkelberechnung die Vektorlängen?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kann die Lösungsmenge eines LGS geometrisch gedeutet werden?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in der Zeichnung gleich aussieht, ist bewiesen gleich.“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07008"/>
            <a:ext cx="768096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Kontrollfragen im Abiturstil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104241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Grundkurs (Q1/Q2) · Analytische Geometrie und Lineare Algebra · an wiederkehrenden Abitur-Schwerpunkten orientiert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49631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51460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2194560" y="243230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 Sie u·v für u=(1|2|0) und v=(3|−1|0).</a:t>
            </a:r>
            <a:endParaRPr lang="en-US" sz="1230" dirty="0"/>
          </a:p>
        </p:txBody>
      </p:sp>
      <p:sp>
        <p:nvSpPr>
          <p:cNvPr id="8" name="Shape 6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64224" y="249631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51460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ENTSCHEIDEN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7699248" y="243230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Entscheiden Sie, ob u=(1|1|0) und v=(1|−1|0) orthogonal sind.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" y="359359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61188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BESTIMMEN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2194560" y="352958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Bestimmen Sie den Schnittpunkt von g: x=t·(1|1|1) mit E: x₁+x₂+x₃=6.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64224" y="359359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61188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BESCHREIBEN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7699248" y="352958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Beschreiben Sie die Bedeutung eines Normalenvektors einer Ebene.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" y="4690872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4709160"/>
            <a:ext cx="116128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BEURTEILEN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2258568" y="4626864"/>
            <a:ext cx="9089136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Beurteilen Sie die Aussage: „Zwei Geraden im Raum, die sich nicht schneiden, sind parallel.“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9808" y="5632704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40" i="1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Operatoren gemäß Standardsicherung NRW · gültig ab Abitur 2023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6629400" y="5605272"/>
            <a:ext cx="9601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635240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8842248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87968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10049256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4976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Qualifikationsphase – Grundkurs (Q1/Q2) – Analytische Geometrie und Lineare Algebra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