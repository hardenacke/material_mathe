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Stochastik
Stufe: Qualifikationsphase – Grundkurs (Q1/Q2)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bedeutet P(A|B)?
Lösung: Wahrscheinlichkeit von A unter der Bedingung B.
2. X nimmt 0 mit 0,4 und 1 mit 0,6 an. E(X)?
Lösung: 0,6.
3. Welche drei Bedingungen hat ein Binomialmodell?
Lösung: Feste n, zwei Ausgänge je Versuch, konstantes p und Unabhängigkeit.
4. Was bedeutet P(A|B)?
Lösung: Wahrscheinlichkeit von A unter der Bedingung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Größe wird bei P(A|B) zum neuen „Ganzen“?
Lösung: Die Fälle, in denen B eingetreten ist.
2. Was beschreibt der Erwartungswert?
Lösung: Langfristigen durchschnittlichen Wert bei vielen Wiederholungen.
3. E(X) bei X~B(n,p)?
Lösung: np.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40 Personen, 20 tragen Brille; davon 8 fahren Bus. P(Bus | Brille)?
Lösung: 8/20=0,4.
2. X: 0,1,2 mit P=0,25;0,5;0,25. E(X)?
Lösung: 1.
3. X~B(10,0,3): P(X=0)?
Lösung: 0,7¹⁰ ≈ 0,0282.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beschreibt der Erwartungswert?
Lösung: Langfristigen durchschnittlichen Wert bei vielen Wiederholungen.
2. X~B(10,0,3): P(X=0)?
Lösung: 0,7¹⁰ ≈ 0,0282.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X: 0,1,2 mit P=0,25;0,5;0,25. E(X)?
Lösung: 1.
2. X~B(10,0,3): P(X=0)?
Lösung: 0,7¹⁰ ≈ 0,0282.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kann P(A|B) deutlich von P(A) abweichen?
Lösung: Die Bedingung wählt eine andere Teilgruppe mit anderer Verteilung.
2. Wie berechnest du P(X≥1) oft effizient?
Lösung: 1−P(X=0).
3. „Wahrscheinlichkeit 0,7 bedeutet: In 10 Versuchen treten genau 7 Treffer auf.“ – Korrigiere.
Lösung: 0,7 ist eine langfristige relative Häufigkeit; in einzelnen Serien kann die Trefferzahl schwanken.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Berechnen Sie P(X=2) für X~B(4;0,5).
Lösung: P(X=2)=6·0,5⁴=0,375.
2. Bestimmen Sie E(X) für X=0,1,2 mit P=0,25; 0,50; 0,25.
Lösung: E(X)=0·0,25+1·0,50+2·0,25=1.
3. Beschreiben Sie, was die Standardabweichung einer Zufallsgröße angibt.
Lösung: Sie beschreibt die typische Streuung der Werte um den Erwartungswert.
4. Interpretieren Sie P(A|B)=0,4 in Worten.
Lösung: Unter der Bedingung B tritt A mit Wahrscheinlichkeit 0,4 auf.
5. Beurteilen Sie die Aussage: „E(X)=3 bedeutet, dass X=3 am wahrscheinlichsten ist.“
Lösung: Falsch. Der Erwartungswert ist ein langfristiger Mittelwert und muss nicht der wahrscheinlichste Einzelwert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Urnenmodelle, Baumdiagramme, Vierfeldertafeln, bedingte Wahrscheinlichkeit, Pfadregeln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Diskrete Zufallsgrößen; Erwartungswert, Varianz und Standardabweichung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Binomialverteilung; Kenngrößen und Histogramme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Stochastik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P(A|B)?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nimmt 0 mit 0,4 und 1 mit 0,6 an. E(X)?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drei Bedingungen hat ein Binomialmodell?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P(A|B)?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 wird bei P(A|B) zum neuen „Ganzen“?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beschreibt der Erwartungswert?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E(X) bei X~B(n,p)?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P(A|B)=P(A∩B)/P(B), sofern P(B)&gt;0.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E(X)=Σ xᵢ·P(X=xᵢ).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P(X=k)=C(n,k)p^k(1−p)^(n−k).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P(A|B)=P(A∩B)/P(B), sofern P(B)&gt;0.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Personen, 20 tragen Brille; davon 8 fahren Bus. P(Bus | Brille)?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X: 0,1,2 mit P=0,25;0,5;0,25. E(X)?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X~B(10,0,3): P(X=0)?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3840480"/>
            <a:ext cx="201168" cy="201168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7088" y="3941064"/>
            <a:ext cx="1627632" cy="-100584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47088" y="3941064"/>
            <a:ext cx="1627632" cy="10972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83464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2944368"/>
            <a:ext cx="1883664" cy="-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294436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3776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5047488"/>
            <a:ext cx="1883664" cy="-59436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504748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19456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47472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34340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557784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beschreibt der Erwartungswert?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X~B(10,0,3): P(X=0)?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X: 0,1,2 mit P=0,25;0,5;0,25. E(X)?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X~B(10,0,3): P(X=0)?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kann P(A|B) deutlich von P(A) abweichen?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berechnest du P(X≥1) oft effizient?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„Wahrscheinlichkeit 0,7 bedeutet: In 10 Versuchen treten genau 7 Treffer auf.“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07008"/>
            <a:ext cx="76809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Kontrollfragen im Abiturstil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10424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Qualifikationsphase – Grundkurs (Q1/Q2) · Stochastik · an wiederkehrenden Abitur-Schwerpunkten orientiert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2194560" y="243230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Berechnen Sie P(X=2) für X~B(4;0,5).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64224" y="249631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51460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699248" y="243230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Bestimmen Sie E(X) für X=0,1,2 mit P=0,25; 0,50; 0,25.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1188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194560" y="352958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Beschreiben Sie, was die Standardabweichung einer Zufallsgröße angibt.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3593592"/>
            <a:ext cx="1170432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611880"/>
            <a:ext cx="109728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INTERPRETIEREN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7699248" y="3529584"/>
            <a:ext cx="3621024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Interpretieren Sie P(A|B)=0,4 in Worten.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690872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709160"/>
            <a:ext cx="1161288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2258568" y="4626864"/>
            <a:ext cx="908913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Beurteilen Sie die Aussage: „E(X)=3 bedeutet, dass X=3 am wahrscheinlichsten ist.“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5632704"/>
            <a:ext cx="57607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Operatoren gemäß Standardsicherung NRW · gültig ab Abitur 2023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6629400" y="5605272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7635240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8842248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87968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10049256" y="5513832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94976" y="5577840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Qualifikationsphase – Grundkurs (Q1/Q2)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