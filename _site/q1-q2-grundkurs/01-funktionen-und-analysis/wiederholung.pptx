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 und Analysis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Ganzrationale Funktionen und Exponentialfunktionen; Eigenschaften und Transformationen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Produktregel; einfache Verkettungen der natürlichen Exponentialfunktion mit linearen Funktionen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Extremwertprobleme und Rekonstruktion von Funktionstermen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Exponentialfunktionen, natürliche Exponentialfunktion, Wachstum und Zerfall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Produktsummen, orientierte Fläche, Bestands- und Integralfunktion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987552" y="5440680"/>
            <a:ext cx="4572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D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 weitere Schwerpunkte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Funktionen und Analysis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f(x)=x³+eˣ ab.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f(x)=x²·eˣ ab.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notwendige Bedingung gilt an einer inneren Extremstelle?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f(t)=200·e^(0,03t): Anfangswert?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Besonderheit hat die natürliche Exponentialfunktion?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Produktregel?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Extremwertproblem und Steckbriefaufgabe?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eˣ ist positiv und erfüllt (eˣ)′=eˣ.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(u·v)′=u′v+uv′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 → Zielfunktion → Definitionsbereich → Ableiten → prüfen → deuten.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eˣ ist positiv und erfüllt (eˣ)′=eˣ.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Nullstellen von x²−4.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f(x)=e^(2x+1) ab.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mit Umfang 20: A(x)=x(10−x). Wo liegt das Maximum?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619252"/>
            <a:ext cx="67437" cy="-23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616923"/>
            <a:ext cx="67437" cy="-244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614476"/>
            <a:ext cx="67437" cy="-256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611908"/>
            <a:ext cx="67437" cy="-269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609211"/>
            <a:ext cx="67437" cy="-28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606379"/>
            <a:ext cx="67437" cy="-29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603406"/>
            <a:ext cx="67437" cy="-312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00285"/>
            <a:ext cx="67437" cy="-32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597008"/>
            <a:ext cx="67437" cy="-34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593566"/>
            <a:ext cx="67437" cy="-361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89953"/>
            <a:ext cx="67437" cy="-379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86160"/>
            <a:ext cx="67437" cy="-39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82177"/>
            <a:ext cx="67437" cy="-41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577994"/>
            <a:ext cx="67437" cy="-43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573603"/>
            <a:ext cx="67437" cy="-46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568993"/>
            <a:ext cx="67437" cy="-48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564152"/>
            <a:ext cx="67437" cy="-50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559070"/>
            <a:ext cx="67437" cy="-53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553733"/>
            <a:ext cx="67437" cy="-56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548130"/>
            <a:ext cx="67437" cy="-58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542247"/>
            <a:ext cx="67437" cy="-61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536070"/>
            <a:ext cx="67437" cy="-648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529585"/>
            <a:ext cx="67437" cy="-68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522775"/>
            <a:ext cx="67437" cy="-71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515626"/>
            <a:ext cx="67437" cy="-750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508119"/>
            <a:ext cx="67437" cy="-78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500237"/>
            <a:ext cx="67437" cy="-82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4491961"/>
            <a:ext cx="67437" cy="-868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4483272"/>
            <a:ext cx="67437" cy="-91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4474149"/>
            <a:ext cx="67437" cy="-957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4464570"/>
            <a:ext cx="67437" cy="-1005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4454513"/>
            <a:ext cx="67437" cy="-105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4443953"/>
            <a:ext cx="67437" cy="-1108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4432865"/>
            <a:ext cx="67437" cy="-116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4421224"/>
            <a:ext cx="67437" cy="-122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4409001"/>
            <a:ext cx="67437" cy="-1283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4396167"/>
            <a:ext cx="67437" cy="-134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4382693"/>
            <a:ext cx="67437" cy="-1414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4368545"/>
            <a:ext cx="67437" cy="-148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4353690"/>
            <a:ext cx="67437" cy="-1559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4338093"/>
            <a:ext cx="67437" cy="-163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4321717"/>
            <a:ext cx="67437" cy="-1719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4304523"/>
            <a:ext cx="67437" cy="-180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4286470"/>
            <a:ext cx="67437" cy="-189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4267515"/>
            <a:ext cx="67437" cy="-19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4247613"/>
            <a:ext cx="67437" cy="-208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4226717"/>
            <a:ext cx="67437" cy="-2194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4204777"/>
            <a:ext cx="67437" cy="-230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4181741"/>
            <a:ext cx="67437" cy="-2418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157554"/>
            <a:ext cx="67437" cy="-253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132158"/>
            <a:ext cx="67437" cy="-2666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105494"/>
            <a:ext cx="67437" cy="-279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077498"/>
            <a:ext cx="67437" cy="-293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048104"/>
            <a:ext cx="67437" cy="-3086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017240"/>
            <a:ext cx="67437" cy="-3240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984835"/>
            <a:ext cx="67437" cy="-340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950811"/>
            <a:ext cx="67437" cy="-357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3915088"/>
            <a:ext cx="67437" cy="-3750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3877579"/>
            <a:ext cx="67437" cy="-393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3838197"/>
            <a:ext cx="67437" cy="-413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3796847"/>
            <a:ext cx="67437" cy="-434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3753432"/>
            <a:ext cx="67437" cy="-45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3707847"/>
            <a:ext cx="67437" cy="-4786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3659986"/>
            <a:ext cx="67437" cy="-502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3609733"/>
            <a:ext cx="67437" cy="-5276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556969"/>
            <a:ext cx="67437" cy="-5539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501570"/>
            <a:ext cx="67437" cy="-581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443403"/>
            <a:ext cx="67437" cy="-610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382331"/>
            <a:ext cx="67437" cy="-641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318207"/>
            <a:ext cx="67437" cy="-673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250880"/>
            <a:ext cx="67437" cy="-706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180189"/>
            <a:ext cx="67437" cy="-7422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105966"/>
            <a:ext cx="67437" cy="-779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028036"/>
            <a:ext cx="67437" cy="-818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946212"/>
            <a:ext cx="67437" cy="-8591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860301"/>
            <a:ext cx="67437" cy="-902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770098"/>
            <a:ext cx="67437" cy="-947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675388"/>
            <a:ext cx="67437" cy="-994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575947"/>
            <a:ext cx="67437" cy="-1044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471538"/>
            <a:ext cx="67437" cy="-1096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Exponentialfunktion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Produktregel?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mit Umfang 20: A(x)=x(10−x). Wo liegt das Maximum?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Konstante Rate 4 Einheiten/h über 3 h: Bestandsänderung?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 ∫₀² 2x dx.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langfristig x⁵ und eˣ für x→∞.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verschwindet die Konstante C beim bestimmten Integral?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Funktionen und Analysis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die Ableitung von f(x)=x²·eˣ.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die Extremstelle von f(x)=x²−4x.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Interpretieren Sie f′(3)=2, wenn f(t) eine Füllmenge in Litern und t die Zeit in Minuten beschreibt.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∫₀³ 4 dt und deuten Sie das Ergebnis als Bestandsänderung.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„f(x)&gt;0 bedeutet, dass f wächst.“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Grundkurs (Q1/Q2) – Funktionen und Analysis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