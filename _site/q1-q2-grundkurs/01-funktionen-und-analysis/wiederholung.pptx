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Funktionen und Analysis
Stufe: Qualifikationsphase – Grundkurs (Q1/Q2)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Leite f(x)=x³+eˣ ab.
Lösung: 3x²+eˣ.
2. Leite f(x)=x²·eˣ ab.
Lösung: f′(x)=2x·eˣ+x²·eˣ=eˣ(x²+2x).
3. Welche notwendige Bedingung gilt an einer inneren Extremstelle?
Lösung: f′(x)=0.
4. Bei f(t)=200·e^(0,03t): Anfangswert?
Lösung: 200.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Welche Besonderheit hat die natürliche Exponentialfunktion?
Lösung: Ihre Ableitung ist wieder eˣ.
2. Wie lautet die Produktregel?
Lösung: Produktregel: (uv)′=u′v+uv′.
3. Was ist der Unterschied zwischen Extremwertproblem und Steckbriefaufgabe?
Lösung: Extremwert: optimieren; Steckbrief: Funktion aus Bedingungen bestimmen.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Bestimme die Nullstellen von x²−4.
Lösung: −2 und 2.
2. Leite f(x)=e^(2x+1) ab.
Lösung: f′(x)=2e^(2x+1).
3. Rechteck mit Umfang 20: A(x)=x(10−x). Wo liegt das Maximum?
Lösung: A′=10−2x=0 → x=5; Quadrat 5×5.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lautet die Produktregel?
Lösung: Produktregel: (uv)′=u′v+uv′.
2. Rechteck mit Umfang 20: A(x)=x(10−x). Wo liegt das Maximum?
Lösung: A′=10−2x=0 → x=5; Quadrat 5×5.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Konstante Rate 4 Einheiten/h über 3 h: Bestandsänderung?
Lösung: 12 Einheiten.
2. Berechne ∫₀² 2x dx.
Lösung: [x²]₀²=4.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Vergleiche langfristig x⁵ und eˣ für x→∞.
Lösung: eˣ wächst schließlich schneller als jede Potenz.
2. Warum verschwindet die Konstante C beim bestimmten Integral?
Lösung: Sie kürzt sich in F(b)−F(a) heraus.
3. „Ein steigender Graph hat immer positive Funktionswerte.“ – Korrigiere.
Lösung: Steigend bedeutet positive Änderungsrate/Steigung; der Funktionswert kann trotzdem negativ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Berechnen Sie die Ableitung von f(x)=x²·eˣ.
Lösung: f′(x)=2x·eˣ+x²·eˣ=eˣ(x²+2x).
2. Bestimmen Sie die Extremstelle von f(x)=x²−4x.
Lösung: f′(x)=2x−4=0 ⇒ x=2; dort liegt ein Minimum, f(2)=−4.
3. Interpretieren Sie f′(3)=2, wenn f(t) eine Füllmenge in Litern und t die Zeit in Minuten beschreibt.
Lösung: Nach 3 Minuten wächst die Füllmenge momentan mit 2 Litern pro Minute.
4. Berechnen Sie ∫₀³ 4 dt und deuten Sie das Ergebnis als Bestandsänderung.
Lösung: 12; der Bestand nimmt im betrachteten Zeitraum um 12 Einheiten zu.
5. Beurteilen Sie die Aussage: „f(x)&gt;0 bedeutet, dass f wächst.“
Lösung: Falsch. Wachstum wird durch f′(x)&gt;0 beschrieben; ein positiver Funktionswert allein reicht nicht.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2A7F8E"/>
          </a:solidFill>
          <a:ln w="12700">
            <a:solidFill>
              <a:srgbClr val="2A7F8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Funktionen und Analysis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Ganzrationale Funktionen und Exponentialfunktionen; Eigenschaften und Transformationen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Produktregel; einfache Verkettungen der natürlichen Exponentialfunktion mit linearen Funktionen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Extremwertprobleme und Rekonstruktion von Funktionstermen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749808" y="4654296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581144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Exponentialfunktionen, natürliche Exponentialfunktion, Wachstum und Zerfall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749808" y="5084064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5010912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Produktsummen, orientierte Fläche, Bestands- und Integralfunktion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987552" y="5440680"/>
            <a:ext cx="4572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7D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 weitere Schwerpunkte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Funktionen und Analysis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 f(x)=x³+eˣ ab.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 f(x)=x²·eˣ ab.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notwendige Bedingung gilt an einer inneren Extremstelle?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f(t)=200·e^(0,03t): Anfangswert?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Besonderheit hat die natürliche Exponentialfunktion?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die Produktregel?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Unterschied zwischen Extremwertproblem und Steckbriefaufgabe?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EAF5F5"/>
          </a:solidFill>
          <a:ln w="15240">
            <a:solidFill>
              <a:srgbClr val="2A7F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eˣ ist positiv und erfüllt (eˣ)′=eˣ.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(u·v)′=u′v+uv′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Modell → Zielfunktion → Definitionsbereich → Ableiten → prüfen → deuten.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EAF5F5"/>
          </a:solidFill>
          <a:ln w="13970">
            <a:solidFill>
              <a:srgbClr val="2A7F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eˣ ist positiv und erfüllt (eˣ)′=eˣ.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 die Nullstellen von x²−4.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 f(x)=e^(2x+1) ab.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mit Umfang 20: A(x)=x(10−x). Wo liegt das Maximum?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5880" y="5440680"/>
            <a:ext cx="5394960" cy="0"/>
          </a:xfrm>
          <a:prstGeom prst="line">
            <a:avLst/>
          </a:prstGeom>
          <a:noFill/>
          <a:ln w="1651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25880" y="5440680"/>
            <a:ext cx="0" cy="-3337560"/>
          </a:xfrm>
          <a:prstGeom prst="line">
            <a:avLst/>
          </a:prstGeom>
          <a:noFill/>
          <a:ln w="1651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325880" y="4619252"/>
            <a:ext cx="67437" cy="-233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93317" y="4616923"/>
            <a:ext cx="67437" cy="-244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60754" y="4614476"/>
            <a:ext cx="67437" cy="-256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28191" y="4611908"/>
            <a:ext cx="67437" cy="-269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95628" y="4609211"/>
            <a:ext cx="67437" cy="-283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3065" y="4606379"/>
            <a:ext cx="67437" cy="-297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0502" y="4603406"/>
            <a:ext cx="67437" cy="-312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97939" y="4600285"/>
            <a:ext cx="67437" cy="-327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65376" y="4597008"/>
            <a:ext cx="67437" cy="-344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32813" y="4593566"/>
            <a:ext cx="67437" cy="-361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0250" y="4589953"/>
            <a:ext cx="67437" cy="-379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67687" y="4586160"/>
            <a:ext cx="67437" cy="-398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35124" y="4582177"/>
            <a:ext cx="67437" cy="-418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02561" y="4577994"/>
            <a:ext cx="67437" cy="-439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69998" y="4573603"/>
            <a:ext cx="67437" cy="-461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37435" y="4568993"/>
            <a:ext cx="67437" cy="-484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04872" y="4564152"/>
            <a:ext cx="67437" cy="-508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72309" y="4559070"/>
            <a:ext cx="67437" cy="-533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39746" y="4553733"/>
            <a:ext cx="67437" cy="-560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07183" y="4548130"/>
            <a:ext cx="67437" cy="-588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74620" y="4542247"/>
            <a:ext cx="67437" cy="-617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2057" y="4536070"/>
            <a:ext cx="67437" cy="-648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09494" y="4529585"/>
            <a:ext cx="67437" cy="-680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76931" y="4522775"/>
            <a:ext cx="67437" cy="-715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4368" y="4515626"/>
            <a:ext cx="67437" cy="-750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11805" y="4508119"/>
            <a:ext cx="67437" cy="-788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79242" y="4500237"/>
            <a:ext cx="67437" cy="-827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46679" y="4491961"/>
            <a:ext cx="67437" cy="-868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14116" y="4483272"/>
            <a:ext cx="67437" cy="-912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81553" y="4474149"/>
            <a:ext cx="67437" cy="-957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48990" y="4464570"/>
            <a:ext cx="67437" cy="-1005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16427" y="4454513"/>
            <a:ext cx="67437" cy="-1056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83864" y="4443953"/>
            <a:ext cx="67437" cy="-1108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1301" y="4432865"/>
            <a:ext cx="67437" cy="-1164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18738" y="4421224"/>
            <a:ext cx="67437" cy="-1222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686175" y="4409001"/>
            <a:ext cx="67437" cy="-1283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753612" y="4396167"/>
            <a:ext cx="67437" cy="-1347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821049" y="4382693"/>
            <a:ext cx="67437" cy="-1414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88486" y="4368545"/>
            <a:ext cx="67437" cy="-1485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955923" y="4353690"/>
            <a:ext cx="67437" cy="-1559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023360" y="4338093"/>
            <a:ext cx="67437" cy="-1637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90797" y="4321717"/>
            <a:ext cx="67437" cy="-1719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58234" y="4304523"/>
            <a:ext cx="67437" cy="-1805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25671" y="4286470"/>
            <a:ext cx="67437" cy="-1895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93108" y="4267515"/>
            <a:ext cx="67437" cy="-1990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360545" y="4247613"/>
            <a:ext cx="67437" cy="-2089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7982" y="4226717"/>
            <a:ext cx="67437" cy="-2194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95419" y="4204777"/>
            <a:ext cx="67437" cy="-2303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62856" y="4181741"/>
            <a:ext cx="67437" cy="-2418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30293" y="4157554"/>
            <a:ext cx="67437" cy="-2539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97730" y="4132158"/>
            <a:ext cx="67437" cy="-2666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65167" y="4105494"/>
            <a:ext cx="67437" cy="-2799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32604" y="4077498"/>
            <a:ext cx="67437" cy="-2939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00041" y="4048104"/>
            <a:ext cx="67437" cy="-3086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967478" y="4017240"/>
            <a:ext cx="67437" cy="-3240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034915" y="3984835"/>
            <a:ext cx="67437" cy="-3402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102352" y="3950811"/>
            <a:ext cx="67437" cy="-3572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69789" y="3915088"/>
            <a:ext cx="67437" cy="-3750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37226" y="3877579"/>
            <a:ext cx="67437" cy="-3938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304663" y="3838197"/>
            <a:ext cx="67437" cy="-4135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372100" y="3796847"/>
            <a:ext cx="67437" cy="-4341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39537" y="3753432"/>
            <a:ext cx="67437" cy="-4558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06974" y="3707847"/>
            <a:ext cx="67437" cy="-4786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574411" y="3659986"/>
            <a:ext cx="67437" cy="-5025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41848" y="3609733"/>
            <a:ext cx="67437" cy="-5276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709285" y="3556969"/>
            <a:ext cx="67437" cy="-5539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76722" y="3501570"/>
            <a:ext cx="67437" cy="-5816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44159" y="3443403"/>
            <a:ext cx="67437" cy="-6107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11596" y="3382331"/>
            <a:ext cx="67437" cy="-6412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79033" y="3318207"/>
            <a:ext cx="67437" cy="-6732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46470" y="3250880"/>
            <a:ext cx="67437" cy="-7069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13907" y="3180189"/>
            <a:ext cx="67437" cy="-7422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81344" y="3105966"/>
            <a:ext cx="67437" cy="-7793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48781" y="3028036"/>
            <a:ext cx="67437" cy="-8182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6218" y="2946212"/>
            <a:ext cx="67437" cy="-8591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83655" y="2860301"/>
            <a:ext cx="67437" cy="-9020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51092" y="2770098"/>
            <a:ext cx="67437" cy="-9471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18529" y="2675388"/>
            <a:ext cx="67437" cy="-9944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585966" y="2575947"/>
            <a:ext cx="67437" cy="-10440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653403" y="2471538"/>
            <a:ext cx="67437" cy="-10962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02412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Exponentialfunktion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EAF5F5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104" name="Text 102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die Produktregel?</a:t>
            </a:r>
            <a:endParaRPr lang="en-US" sz="1650" dirty="0"/>
          </a:p>
        </p:txBody>
      </p:sp>
      <p:sp>
        <p:nvSpPr>
          <p:cNvPr id="105" name="Shape 103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108" name="Text 106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mit Umfang 20: A(x)=x(10−x). Wo liegt das Maximum?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EAF5F5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Konstante Rate 4 Einheiten/h über 3 h: Bestandsänderung?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 ∫₀² 2x dx.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Vergleiche langfristig x⁵ und eˣ für x→∞.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verschwindet die Konstante C beim bestimmten Integral?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„Ein steigender Graph hat immer positive Funktionswerte.“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07008"/>
            <a:ext cx="768096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Kontrollfragen im Abiturstil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104241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Funktionen und Analysis · an wiederkehrenden Abitur-Schwerpunkten orientiert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2194560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 Sie die Ableitung von f(x)=x²·eˣ.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64224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7699248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 Sie die Extremstelle von f(x)=x²−4x.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INTERPRETIEREN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2194560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Interpretieren Sie f′(3)=2, wenn f(t) eine Füllmenge in Litern und t die Zeit in Minuten beschreibt.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64224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 Sie ∫₀³ 4 dt und deuten Sie das Ergebnis als Bestandsänderung.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690872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709160"/>
            <a:ext cx="116128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BEURTEILEN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2258568" y="4626864"/>
            <a:ext cx="908913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Beurteilen Sie die Aussage: „f(x)&gt;0 bedeutet, dass f wächst.“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5632704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i="1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Operatoren gemäß Standardsicherung NRW · gültig ab Abitur 2023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629400" y="5605272"/>
            <a:ext cx="9601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635240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8842248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87968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10049256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4976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Qualifikationsphase – Grundkurs (Q1/Q2) – Funktionen und Analysis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