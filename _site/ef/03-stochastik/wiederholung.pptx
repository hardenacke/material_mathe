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Einführungsphase (EF)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„entlang eines Pfades“?
Lösung: Wahrscheinlichkeiten werden multipliziert.
2. Was bedeutet P(A|B)?
Lösung: Wahrscheinlichkeit von A unter der Bedingung B.
3. Welche Bedingung gilt bei Unabhängigkeit von A und B?
Lösung: P(A∩B)=P(A)·P(B).
4. Was bedeutet „entlang eines Pfades“?
Lösung: Wahrscheinlichkeiten werden multipliziert.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Wann werden mehrere Pfade addiert?
Lösung: Wenn sie gemeinsam ein Ereignis bilden und sich ausschließen.
2. Welche Größe wird bei P(A|B) zum neuen „Ganzen“?
Lösung: Die Fälle, in denen B eingetreten ist.
3. Was bedeutet Unabhängigkeit in Worten?
Lösung: Das Wissen über B ändert die Wahrscheinlichkeit von A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P(Treffer)=0,3 pro Versuch, unabhängig. P(zwei Treffer)?
Lösung: 0,09.
2. 40 Personen, 20 tragen Brille; davon 8 fahren Bus. P(Bus | Brille)?
Lösung: 8/20=0,4.
3. P(A)=0,5; P(B)=0,4; unabhängig. P(A∩B)?
Lösung: 0,2.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Größe wird bei P(A|B) zum neuen „Ganzen“?
Lösung: Die Fälle, in denen B eingetreten ist.
2. P(A)=0,5; P(B)=0,4; unabhängig. P(A∩B)?
Lösung: 0,2.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40 Personen, 20 tragen Brille; davon 8 fahren Bus. P(Bus | Brille)?
Lösung: 8/20=0,4.
2. P(A)=0,5; P(B)=0,4; unabhängig. P(A∩B)?
Lösung: 0,2.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P(mindestens ein Treffer in 2 Versuchen)?
Lösung: 1−0,7²=0,51.
2. P(A|B)=0,7, aber P(A)=0,5. Unabhängig?
Lösung: Nein.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Berechnen Sie bei zwei unabhängigen Versuchen mit p=0,3 die Wahrscheinlichkeit für zwei Treffer.
Lösung: 0,3²=0,09.
2. Bestimmen Sie P(A|B), wenn 20 Personen B erfüllen und davon 8 auch A.
Lösung: P(A|B)=8/20=0,4.
3. Entscheiden Sie, ob A und B unabhängig sind: P(A)=0,5, P(B)=0,4, P(A∩B)=0,2.
Lösung: Ja, denn 0,5·0,4=0,2.
4. Beschreiben Sie die Bedeutung von P(A|B)=0,6.
Lösung: Unter der Bedingung B tritt A mit Wahrscheinlichkeit 0,6 auf.
5. Erläutern Sie die Produktregel entlang eines Pfades im Baumdiagramm.
Lösung: Die Wahrscheinlichkeiten auf einem Pfad werden multipliziert, weil die aufeinanderfolgenden Teilereignisse gemeinsam eintreten sollen.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Urnenmodelle, Baumdiagramme und Pfadregeln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Vierfeldertafeln und bedingte Wahrscheinlichkeiten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Stochastische Unabhängigkeit in mehrstufigen Situationen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Bedingung gilt bei Unabhängigkeit von A und B?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werden mehrere Pfade addiert?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Unabhängigkeit in Worten?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Produktregel auf dem Pfad, Summenregel über passende Pfade.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Unabhängig ⇔ P(A|B)=P(A) (bei P(B)&gt;0).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Produktregel auf dem Pfad, Summenregel über passende Pfade.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P(A)=0,5; P(B)=0,4; unabhängig. P(A∩B)?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P(A)=0,5; P(B)=0,4; unabhängig. P(A∩B)?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P(A)=0,5; P(B)=0,4; unabhängig. P(A∩B)?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P(mindestens ein Treffer in 2 Versuchen)?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P(A|B)=0,7, aber P(A)=0,5. Unabhängig?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im Abiturstil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424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Einführungsphase (EF) · Stochastik · Operatorensprache trainieren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194560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bei zwei unabhängigen Versuchen mit p=0,3 die Wahrscheinlichkeit für zwei Treffer.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699248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P(A|B), wenn 20 Personen B erfüllen und davon 8 auch A.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Entscheiden Sie, ob A und B unabhängig sind: P(A)=0,5, P(B)=0,4, P(A∩B)=0,2.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 die Bedeutung von P(A|B)=0,6.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9160"/>
            <a:ext cx="11612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58568" y="4626864"/>
            <a:ext cx="9089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Erläutern Sie die Produktregel entlang eines Pfades im Baumdiagramm.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632704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 gemäß Standardsicherung NRW · gültig ab Abitur 2023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56052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Einführungsphase (EF)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