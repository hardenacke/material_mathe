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Analytische Geometrie und Lineare Algebra
Stufe: Einführungsphase (EF)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Ortsvektor von P(2|−1|4)?
Lösung: (2,−1,4).
2. Berechne (1,2,−1)+(3,0,4).
Lösung: (4,2,3).
3. Was braucht eine Geradengleichung in Parameterform?
Lösung: Stützvektor und Richtungsvektor.
4. Welche vier Lagebeziehungen zweier Geraden im Raum gibt es?
Lösung: Identisch, parallel, schneidend, windschief.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unterscheidet Punkt und Vektor?
Lösung: Punkt beschreibt Ort; Vektor Richtung und Länge/ Verschiebung.
2. Wann sind zwei Vektoren kollinear?
Lösung: Wenn einer ein skalares Vielfaches des anderen ist.
3. Welche Bedeutung hat der Parameter t?
Lösung: Er skaliert den Richtungsvektor und erzeugt alle Punkte der Geraden.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Vektor von A(1|2|0) nach B(4|1|5)?
Lösung: (3,−1,5).
2. Länge von v=(3,4,0)?
Lösung: 5.
3. Gerade durch A(1|0|2), Richtung (2|1|−1): Gib Gleichung an.
Lösung: x=(1,0,2)+t(2,1,−1).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Wann sind zwei Vektoren kollinear?
Lösung: Wenn einer ein skalares Vielfaches des anderen ist.
2. Gerade durch A(1|0|2), Richtung (2|1|−1): Gib Gleichung an.
Lösung: x=(1,0,2)+t(2,1,−1).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Gerade durch A(1|0|2), Richtung (2|1|−1): Gib Gleichung an.
Lösung: x=(1,0,2)+t(2,1,−1).
2. Zwei nicht parallele Geraden: Was prüfst du als Nächstes?
Lösung: Ob das Gleichungssystem einen gemeinsamen Punkt liefert.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prüfst du, ob M Mittelpunkt von AB ist?
Lösung: M=(A+B)/2.
2. Was ist „windschief“?
Lösung: Nicht parallel und ohne Schnittpunkt.
3. „Was in der Zeichnung gleich aussieht, ist bewiesen gleich.“ – Korrigiere.
Lösung: Eine Zeichnung liefert Hinweise, aber Gleichheit muss über Voraussetzungen/Sätze begründet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Geben Sie den Ortsvektor des Punktes P(2|−1|4) an.
Lösung: OP=(2|−1|4).
2. Berechnen Sie den Vektor AB für A(1|2|0) und B(4|1|5).
Lösung: AB=(3|−1|5).
3. Bestimmen Sie eine Geradengleichung durch A(1|0|2) mit Richtungsvektor (2|1|−1).
Lösung: x=(1|0|2)+t·(2|1|−1), t∈R.
4. Entscheiden Sie, ob u=(1|2|3) und v=(2|4|6) parallel sind.
Lösung: Ja; v=2u.
5. Begründen Sie, dass M(2|1|2) Mittelpunkt von A(0|0|1) und B(4|2|3) ist.
Lösung: Der Koordinatenmittelwert von A und B ist (2|1|2).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Analytische Geometrie und Lineare 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Punkte, Ortsvektoren und Vektoren im Raum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Addition, skalare Multiplikation, Länge und Kollinearität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Geraden und Strecken in Parameterform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749808" y="4654296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581144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Identisch, parallel, windschief, sich schneidend; Schnittpunkte von Geraden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Analytische Geometrie und Lineare Algebra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Ortsvektor von P(2|−1|4)?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 (1,2,−1)+(3,0,4).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braucht eine Geradengleichung in Parameterform?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vier Lagebeziehungen zweier Geraden im Raum gibt es?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unterscheidet Punkt und Vektor?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sind zwei Vektoren kollinear?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Bedeutung hat der Parameter t?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Verbindungsvektor AB = B − A.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|v|=√(v₁²+v₂²+v₃²).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g: x = a + t·u.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Verbindungsvektor AB = B − A.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Vektor von A(1|2|0) nach B(4|1|5)?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Länge von v=(3,4,0)?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Gerade durch A(1|0|2), Richtung (2|1|−1): Gib Gleichung an.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4892040"/>
            <a:ext cx="3383280" cy="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560320" y="4892040"/>
            <a:ext cx="0" cy="-237744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560320" y="4892040"/>
            <a:ext cx="-822960" cy="82296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560320" y="4892040"/>
            <a:ext cx="2377440" cy="-16459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3794760" y="3840480"/>
            <a:ext cx="320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3520440"/>
            <a:ext cx="2560320" cy="1417320"/>
          </a:xfrm>
          <a:prstGeom prst="parallelogram">
            <a:avLst/>
          </a:prstGeom>
          <a:solidFill>
            <a:srgbClr val="F1EDF8">
              <a:alpha val="82000"/>
            </a:srgbClr>
          </a:solidFill>
          <a:ln w="21590">
            <a:solidFill>
              <a:srgbClr val="6F5AA8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sind zwei Vektoren kollinear?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Gerade durch A(1|0|2), Richtung (2|1|−1): Gib Gleichung an.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Gerade durch A(1|0|2), Richtung (2|1|−1): Gib Gleichung an.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nicht parallele Geraden: Was prüfst du als Nächstes?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prüfst du, ob M Mittelpunkt von AB ist?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„windschief“?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07008"/>
            <a:ext cx="768096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Kontrollfragen im Abiturstil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10424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Einführungsphase (EF) · Analytische Geometrie und Lineare Algebra · Operatorensprache trainieren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ANGEBEN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2194560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Geben Sie den Ortsvektor des Punktes P(2|−1|4) an.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64224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699248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 Sie den Vektor AB für A(1|2|0) und B(4|1|5).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2194560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 Sie eine Geradengleichung durch A(1|0|2) mit Richtungsvektor (2|1|−1).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64224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 Sie, ob u=(1|2|3) und v=(2|4|6) parallel sind.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6908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709160"/>
            <a:ext cx="116128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BEGRÜNDEN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2258568" y="4626864"/>
            <a:ext cx="908913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Begründen Sie, dass M(2|1|2) Mittelpunkt von A(0|0|1) und B(4|2|3) ist.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563270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i="1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Operatoren gemäß Standardsicherung NRW · gültig ab Abitur 2023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629400" y="5605272"/>
            <a:ext cx="960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635240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8842248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87968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10049256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4976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Einführungsphase (EF) – Analytische Geometrie und Lineare 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