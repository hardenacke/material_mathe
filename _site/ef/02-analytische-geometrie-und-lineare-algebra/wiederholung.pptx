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6F5AA8"/>
          </a:solidFill>
          <a:ln w="12700">
            <a:solidFill>
              <a:srgbClr val="6F5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Analytische Geometrie und Lineare Algebra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Punkte, Ortsvektoren und Vektoren im Raum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Addition, skalare Multiplikation, Länge und Kollinearität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Geraden und Strecken in Parameterform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Identisch, parallel, windschief, sich schneidend; Schnittpunkte von Geraden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Analytische Geometrie und Lineare Algebra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Ortsvektor von P(2|−1|4)?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 (1,2,−1)+(3,0,4).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braucht eine Geradengleichung in Parameterform?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vier Lagebeziehungen zweier Geraden im Raum gibt es?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unterscheidet Punkt und Vektor?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sind zwei Vektoren kollinear?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Bedeutung hat der Parameter t?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1EDF8"/>
          </a:solidFill>
          <a:ln w="15240">
            <a:solidFill>
              <a:srgbClr val="6F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Verbindungsvektor AB = B − A.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|v|=√(v₁²+v₂²+v₃²).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g: x = a + t·u.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1EDF8"/>
          </a:solidFill>
          <a:ln w="1397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Verbindungsvektor AB = B − 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Vektor von A(1|2|0) nach B(4|1|5)?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Länge von v=(3,4,0)?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 durch A(1|0|2), Richtung (2|1|−1): Gib Gleichung an.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4892040"/>
            <a:ext cx="338328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60320" y="4892040"/>
            <a:ext cx="0" cy="-237744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60320" y="4892040"/>
            <a:ext cx="-822960" cy="82296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60320" y="4892040"/>
            <a:ext cx="2377440" cy="-16459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794760" y="3840480"/>
            <a:ext cx="320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840480" y="3520440"/>
            <a:ext cx="2560320" cy="1417320"/>
          </a:xfrm>
          <a:prstGeom prst="parallelogram">
            <a:avLst/>
          </a:prstGeom>
          <a:solidFill>
            <a:srgbClr val="F1EDF8">
              <a:alpha val="82000"/>
            </a:srgbClr>
          </a:solidFill>
          <a:ln w="21590">
            <a:solidFill>
              <a:srgbClr val="6F5AA8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sind zwei Vektoren kollinear?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 durch A(1|0|2), Richtung (2|1|−1): Gib Gleichung an.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 durch A(1|0|2), Richtung (2|1|−1): Gib Gleichung an.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nicht parallele Geraden: Was prüfst du als Nächstes?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prüfst du, ob M Mittelpunkt von AB ist?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„windschief“?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in der Zeichnung gleich aussieht, ist bewiesen gleich.“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8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85800" y="1207008"/>
            <a:ext cx="7680960" cy="512064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</a:t>
            </a:r>
            <a:endParaRPr lang="en-US" sz="27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713232" y="1737360"/>
            <a:ext cx="1042416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Analytische Geometrie und Lineare Algebra</a:t>
            </a:r>
            <a:endParaRPr lang="en-US" sz="125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896112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ANGEBEN</a:t>
            </a:r>
            <a:endParaRPr lang="en-US" sz="820" dirty="0"/>
          </a:p>
        </ns0:txBody>
      </ns0:sp>
      <ns0:sp>
        <ns0:nvSpPr>
          <ns0:cNvPr id="7" name="Text 5"/>
          <ns0:cNvSpPr/>
          <ns0:nvPr/>
        </ns0:nvSpPr>
        <ns0:spPr>
          <a:xfrm>
            <a:off x="2194560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Geben Sie den Ortsvektor des Punktes P(2|−1|4) an.</a:t>
            </a:r>
            <a:endParaRPr lang="en-US" sz="123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6400800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7699248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den Vektor AB für A(1|2|0) und B(4|1|5).</a:t>
            </a:r>
            <a:endParaRPr lang="en-US" sz="123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3" name="Shape 11"/>
          <ns0:cNvSpPr/>
          <ns0:nvPr/>
        </ns0:nvSpPr>
        <ns0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896112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2194560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eine Geradengleichung durch A(1|0|2) mit Richtungsvektor (2|1|−1).</a:t>
            </a:r>
            <a:endParaRPr lang="en-US" sz="123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7" name="Shape 15"/>
          <ns0:cNvSpPr/>
          <ns0:nvPr/>
        </ns0:nvSpPr>
        <ns0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6400800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ENTSCHEIDEN</a:t>
            </a:r>
            <a:endParaRPr lang="en-US" sz="82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7699248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Entscheiden Sie, ob u=(1|2|3) und v=(2|4|6) parallel sind.</a:t>
            </a:r>
            <a:endParaRPr lang="en-US" sz="123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21" name="Shape 19"/>
          <ns0:cNvSpPr/>
          <ns0:nvPr/>
        </ns0:nvSpPr>
        <ns0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896112" y="4709160"/>
            <a:ext cx="1161288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BEGRÜNDEN</a:t>
            </a:r>
            <a:endParaRPr lang="en-US" sz="82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2258568" y="4626864"/>
            <a:ext cx="9089136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Begründen Sie, dass M(2|1|2) Mittelpunkt von A(0|0|1) und B(4|2|3) ist.</a:t>
            </a:r>
            <a:endParaRPr lang="en-US" sz="13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749808" y="5632704"/>
            <a:ext cx="57607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4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6629400" y="5605272"/>
            <a:ext cx="960120" cy="201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7680960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8887968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10094976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Einführungsphase (EF) – Analytische Geometrie und Lineare Algebra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