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Analytische Geometrie und Lineare 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Skalarprodukt, Orthogonalität und Winkel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Ebenen in Parameter-, Koordinaten- und Normalenform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Schnittwinkel und Schnittpunkte von Geraden/Ebenen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Lagebeziehungen und Abstände zwischen Punkten, Geraden und Ebenen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Lineare Gleichungssysteme und algorithmische Lösungsverfahren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Analytische Geometrie und Lineare Algebra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u·v bei u=(1,2), v=(3,−1)?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ein Normalenvektor einer Ebene?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findet man den Schnittpunkt einer Geraden mit einer Ebene?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Abstand zweier Punkte A,B?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sind Vektoren orthogonal?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hängen Normalen- und Koordinatenform zusammen?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Wodurch wird der Winkel Gerade–Ebene berechnet?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 α = (u·v)/(|u||v|).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Normalenform: (x−a)·n=0.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Gerade–Ebene: α = 90° − Winkel(u,n).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 α = (u·v)/(|u||v|).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u=(1,0,0), v=(1,1,0): Winkel?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n=(2,−1,3), P(1|0|2): Normalenform?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g: x=(0,0,0)+t(1,1,1), E: x₁+x₂+x₃=6. Schnittparameter?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4892040"/>
            <a:ext cx="338328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60320" y="4892040"/>
            <a:ext cx="0" cy="-237744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4892040"/>
            <a:ext cx="-822960" cy="82296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892040"/>
            <a:ext cx="2377440" cy="-16459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794760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40480" y="3520440"/>
            <a:ext cx="2560320" cy="1417320"/>
          </a:xfrm>
          <a:prstGeom prst="parallelogram">
            <a:avLst/>
          </a:prstGeom>
          <a:solidFill>
            <a:srgbClr val="F1EDF8">
              <a:alpha val="82000"/>
            </a:srgbClr>
          </a:solidFill>
          <a:ln w="21590">
            <a:solidFill>
              <a:srgbClr val="6F5AA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hängen Normalen- und Koordinatenform zusammen?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g: x=(0,0,0)+t(1,1,1), E: x₁+x₂+x₃=6. Schnittparameter?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P(1|2|3), E: z=0. Abstand?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 die Zeile 0x+0y+0z=5.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braucht die Winkelberechnung die Vektorlängen?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die Lösungsmenge eines LGS geometrisch gedeutet werden?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Analytische Geometrie und Lineare Algebra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den Winkel zwischen u=(1|0|0) und v=(1|1|0).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eine Ebenengleichung durch P(1|2|3) mit Normalenvektor n=(0|0|1).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ERMITTELN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Ermitteln Sie den Abstand von P(1|2|3) zur Ebene E: z=0.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Weisen Sie nach, dass g mit Richtungsvektor (1|1|1) senkrecht auf E: x₁+x₂+x₃=3 steht.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„Zwei Geraden im Raum mit nicht parallelen Richtungsvektoren schneiden sich immer.“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Leistungskurs (Q1/Q2) – Analytische Geometrie und Lineare 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