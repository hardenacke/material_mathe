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Geometrie
Stufe: Klasse 8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Dreieck: g=8 cm, h=5 cm. Fläche?
Lösung: 20 cm².
2. Welche Größen bleiben bei einer geometrischen Konstruktion exakt fest?
Lösung: Die konstruktiv festgelegten Beziehungen, z. B. Abstände oder Winkel.
3. Dreieck: g=8 cm, h=5 cm. Fläche?
Lösung: 20 cm².
4. Welche Größen bleiben bei einer geometrischen Konstruktion exakt fest?
Lösung: Die konstruktiv festgelegten Beziehungen, z. B. Abstände oder Winkel.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ist Zerlegen bei zusammengesetzten Figuren nützlich?
Lösung: Komplexe Flächen werden auf bekannte Grundfiguren zurückgeführt.
2. Warum ist „sieht so aus“ kein Beweis?
Lösung: Eine Zeichnung ist nur ein Beispiel; Begründungen müssen allgemein gelten.
3. Warum ist Zerlegen bei zusammengesetzten Figuren nützlich?
Lösung: Komplexe Flächen werden auf bekannte Grundfiguren zurückgeführt.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Prisma: Grundfläche 12 cm², Höhe 7 cm. Volumen?
Lösung: 84 cm³.
2. Formuliere eine Vermutung nach dem Verschieben eines Punktes in einer DGS.
Lösung: Beispiel abhängig von Konstruktion; wichtig ist invariantes Verhalten.
3. Prisma: Grundfläche 12 cm², Höhe 7 cm. Volumen?
Lösung: 84 cm³.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ist „sieht so aus“ kein Beweis?
Lösung: Eine Zeichnung ist nur ein Beispiel; Begründungen müssen allgemein gelten.
2. Formuliere eine Vermutung nach dem Verschieben eines Punktes in einer DGS.
Lösung: Beispiel abhängig von Konstruktion; wichtig ist invariantes Verhalten.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Prisma: Grundfläche 12 cm², Höhe 7 cm. Volumen?
Lösung: 84 cm³.
2. Formuliere eine Vermutung nach dem Verschieben eines Punktes in einer DGS.
Lösung: Beispiel abhängig von Konstruktion; wichtig ist invariantes Verhalten.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ändert sich das Volumen eines Prismas, wenn nur die Höhe verdoppelt wird?
Lösung: Es verdoppelt sich.
2. Wie nutzt man eine dynamische Geometriesoftware sinnvoll zum Beweisen?
Lösung: Zum Entdecken/Testen von Vermutungen; der Beweis braucht anschließend Argumente.
3. „Was in der Zeichnung gleich aussieht, ist bewiesen gleich.“ – Korrigiere.
Lösung: Eine Zeichnung liefert Hinweise, aber Gleichheit muss über Voraussetzungen/Sätze begründet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Dreieck: g=8 cm, h=5 cm. Fläche?
Lösung: 20 cm².
2. Welche Größen bleiben bei einer geometrischen Konstruktion exakt fest?
Lösung: Die konstruktiv festgelegten Beziehungen, z. B. Abstände oder Winkel.
3. Warum ist Zerlegen bei zusammengesetzten Figuren nützlich?
Lösung: Komplexe Flächen werden auf bekannte Grundfiguren zurückgeführt.
4. Warum ist „sieht so aus“ kein Beweis?
Lösung: Eine Zeichnung ist nur ein Beispiel; Begründungen müssen allgemein gelten.
5. Warum ist Zerlegen bei zusammengesetzten Figuren nützlich?
Lösung: Komplexe Flächen werden auf bekannte Grundfiguren zurückgeführt.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6F5AA8"/>
          </a:solidFill>
          <a:ln w="12700">
            <a:solidFill>
              <a:srgbClr val="6F5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Geometrie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Flächenberechnungen an Vielecken; Prismen und zusammengesetzte Figuren/Körper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Konstruktion, Begründung und digitale Geometriewerkzeuge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Geometrie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Dreieck: g=8 cm, h=5 cm. Fläche?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Größen bleiben bei einer geometrischen Konstruktion exakt fest?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Dreieck: g=8 cm, h=5 cm. Fläche?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Größen bleiben bei einer geometrischen Konstruktion exakt fest?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Zerlegen bei zusammengesetzten Figuren nützlich?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„sieht so aus“ kein Beweis?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Zerlegen bei zusammengesetzten Figuren nützlich?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1EDF8"/>
          </a:solidFill>
          <a:ln w="15240">
            <a:solidFill>
              <a:srgbClr val="6F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Prisma: V=G·h.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DGS hilft beim Entdecken – Begründungen sichern die Aussage.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1EDF8"/>
          </a:solidFill>
          <a:ln w="1397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Prisma: V=G·h.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Prisma: Grundfläche 12 cm², Höhe 7 cm. Volumen?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Formuliere eine Vermutung nach dem Verschieben eines Punktes in einer DGS.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Prisma: Grundfläche 12 cm², Höhe 7 cm. Volumen?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2514600"/>
            <a:ext cx="4389120" cy="26517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6F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2103120"/>
            <a:ext cx="0" cy="3474720"/>
          </a:xfrm>
          <a:prstGeom prst="line">
            <a:avLst/>
          </a:prstGeom>
          <a:noFill/>
          <a:ln w="21590">
            <a:solidFill>
              <a:srgbClr val="C75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5394960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Symmetrie / Konstruktion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„sieht so aus“ kein Beweis?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Formuliere eine Vermutung nach dem Verschieben eines Punktes in einer DGS.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Prisma: Grundfläche 12 cm², Höhe 7 cm. Volumen?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Formuliere eine Vermutung nach dem Verschieben eines Punktes in einer DGS.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ändert sich das Volumen eines Prismas, wenn nur die Höhe verdoppelt wird?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nutzt man eine dynamische Geometriesoftware sinnvoll zum Beweisen?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in der Zeichnung gleich aussieht, ist bewiesen gleich.“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8 · Geometrie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Dreieck: g=8 cm, h=5 cm. Fläche?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Größen bleiben bei einer geometrischen Konstruktion exakt fest?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Zerlegen bei zusammengesetzten Figuren nützlich?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„sieht so aus“ kein Beweis?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Zerlegen bei zusammengesetzten Figuren nützlich?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8 – Geometrie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