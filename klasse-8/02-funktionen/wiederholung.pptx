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Themengebiet: Funktionen
Stufe: Klasse 8
Die Präsentation ist als kurze Wiederholung vor bzw. zu Beginn einer Unterrichtsphase gedacht.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Bei y=2x+3: Wie groß ist die Steigung?
Lösung: m=2.
2. Was gilt am Schnittpunkt zweier Funktionsgraphen?
Lösung: Beide Funktionen haben dort denselben y-Wert.
3. Bei y=2x+3: Wie groß ist die Steigung?
Lösung: m=2.
4. Was gilt am Schnittpunkt zweier Funktionsgraphen?
Lösung: Beide Funktionen haben dort denselben y-Wert.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Was bedeuten m und b in y=mx+b?
Lösung: m: Steigung; b: y-Achsenabschnitt.
2. Warum löst f(x)=g(x) den Schnittpunkt?
Lösung: Weil die Funktionswerte dort gleich sein müssen.
3. Was bedeuten m und b in y=mx+b?
Lösung: m: Steigung; b: y-Achsenabschnitt.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Bestimme die Gerade durch (0|−1) und (2|5).
Lösung: m=3, also y=3x−1.
2. Schnittpunkt von y=2x+1 und y=−x+7?
Lösung: 2x+1=−x+7 → x=2, y=5.
3. Bestimme die Gerade durch (0|−1) und (2|5).
Lösung: m=3, also y=3x−1.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Warum löst f(x)=g(x) den Schnittpunkt?
Lösung: Weil die Funktionswerte dort gleich sein müssen.
2. Schnittpunkt von y=2x+1 und y=−x+7?
Lösung: 2x+1=−x+7 → x=2, y=5.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Bestimme die Gerade durch (0|−1) und (2|5).
Lösung: m=3, also y=3x−1.
2. Schnittpunkt von y=2x+1 und y=−x+7?
Lösung: 2x+1=−x+7 → x=2, y=5.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Ein Taxi: 4 € Grundpreis + 1,80 €/km. Welche Funktion passt?
Lösung: K(x)=1,8x+4.
2. Zwei Tarife schneiden sich bei x=8. Was bedeutet das im Kontext?
Lösung: Bei x=8 sind die Kosten gleich; davor/danach ist jeweils ein Tarif günstiger.
3. „Ein steigender Graph hat immer positive Funktionswerte.“ – Korrigiere.
Lösung: Steigend bedeutet positive Änderungsrate/Steigung; der Funktionswert kann trotzdem negativ sein.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Bei y=2x+3: Wie groß ist die Steigung?
Lösung: m=2.
2. Was gilt am Schnittpunkt zweier Funktionsgraphen?
Lösung: Beide Funktionen haben dort denselben y-Wert.
3. Was bedeuten m und b in y=mx+b?
Lösung: m: Steigung; b: y-Achsenabschnitt.
4. Warum löst f(x)=g(x) den Schnittpunkt?
Lösung: Weil die Funktionswerte dort gleich sein müssen.
5. Was bedeuten m und b in y=mx+b?
Lösung: m: Steigung; b: y-Achsenabschnitt.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2A7F8E"/>
          </a:solidFill>
          <a:ln w="12700">
            <a:solidFill>
              <a:srgbClr val="2A7F8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Funktionen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Lineare Funktionen; Steigung, Achsenabschnitt, Darstellungswechsel, Modellieren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Schnittpunkte linearer Funktionen als Lösung von LGS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Funktionen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y=2x+3: Wie groß ist die Steigung?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64224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31152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gilt am Schnittpunkt zweier Funktionsgraphen?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y=2x+3: Wie groß ist die Steigung?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1152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gilt am Schnittpunkt zweier Funktionsgraphen?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49808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Ziel: erst Sicherheit gewinnen – dann steigern.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bedeuten m und b in y=mx+b?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löst f(x)=g(x) den Schnittpunkt?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bedeuten m und b in y=mx+b?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EAF5F5"/>
          </a:solidFill>
          <a:ln w="15240">
            <a:solidFill>
              <a:srgbClr val="2A7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 = Δy/Δx; b = f(0).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Schnittpunkt: f(x)=g(x).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AF5F5"/>
          </a:solidFill>
          <a:ln w="13970">
            <a:solidFill>
              <a:srgbClr val="2A7F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 = Δy/Δx; b = f(0).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 die Gerade durch (0|−1) und (2|5).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Schnittpunkt von y=2x+1 und y=−x+7?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 die Gerade durch (0|−1) und (2|5).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5880" y="5440680"/>
            <a:ext cx="5394960" cy="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25880" y="5440680"/>
            <a:ext cx="0" cy="-333756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325880" y="490428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93317" y="487076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0754" y="483723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28191" y="480371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95628" y="477018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3065" y="473666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30502" y="470313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97939" y="466961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65376" y="463609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32813" y="460256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0250" y="456904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67687" y="453551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35124" y="450199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02561" y="446846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69998" y="443494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37435" y="440141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04872" y="436789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72309" y="433436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39746" y="430084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07183" y="426731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74620" y="423379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2057" y="420027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09494" y="416674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76931" y="413322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44368" y="409969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11805" y="406617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79242" y="403264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46679" y="399912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14116" y="396559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81553" y="393207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48990" y="389854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16427" y="386502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83864" y="383149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51301" y="379797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18738" y="376445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86175" y="373092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53612" y="369740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821049" y="366387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88486" y="363035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55923" y="359682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23360" y="356330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90797" y="352977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58234" y="349625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25671" y="346272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93108" y="342920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60545" y="339568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427982" y="336215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95419" y="332863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62856" y="329510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30293" y="326158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97730" y="322805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65167" y="319453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32604" y="316100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00041" y="312748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967478" y="309395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34915" y="306043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102352" y="302690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69789" y="299338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237226" y="295986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304663" y="292633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72100" y="289281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439537" y="285928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506974" y="282576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574411" y="279223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641848" y="275871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709285" y="272518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76722" y="269166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44159" y="265813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911596" y="262461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979033" y="259108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46470" y="255756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13907" y="252404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81344" y="249051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248781" y="245699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16218" y="242346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383655" y="238994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451092" y="235641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518529" y="232289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585966" y="228936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53403" y="225584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24128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Gerade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104" name="Text 10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löst f(x)=g(x) den Schnittpunkt?</a:t>
            </a:r>
            <a:endParaRPr lang="en-US" sz="1650" dirty="0"/>
          </a:p>
        </p:txBody>
      </p:sp>
      <p:sp>
        <p:nvSpPr>
          <p:cNvPr id="105" name="Shape 10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108" name="Text 10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Schnittpunkt von y=2x+1 und y=−x+7?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 die Gerade durch (0|−1) und (2|5).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Schnittpunkt von y=2x+1 und y=−x+7?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Taxi: 4 € Grundpreis + 1,80 €/km. Welche Funktion passt?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Tarife schneiden sich bei x=8. Was bedeutet das im Kontext?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„Ein steigender Graph hat immer positive Funktionswerte.“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Funktionen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y=2x+3: Wie groß ist die Steigung?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gilt am Schnittpunkt zweier Funktionsgraphen?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bedeuten m und b in y=mx+b?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löst f(x)=g(x) den Schnittpunkt?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bedeuten m und b in y=mx+b?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8 – Funktionen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