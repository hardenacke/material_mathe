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Arithmetik/Algebra
Stufe: Klasse 8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Vereinfache: 4x − 2x + 7.
Lösung: 2x + 7.
2. Ist (2|3) Lösung von x+y=5?
Lösung: Ja.
3. Für welche x ist 3/(x−2) nicht definiert?
Lösung: Für x=2.
4. Vereinfache: 4x − 2x + 7.
Lösung: 2x + 7.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Struktur steckt in (a+b)²?
Lösung: Quadrat einer Summe: a² + 2ab + b².
2. Was bedeutet der Schnittpunkt zweier Geraden im LGS?
Lösung: Er erfüllt beide Gleichungen gleichzeitig.
3. Warum muss man bei Bruchtermen die Definitionsmenge beachten?
Lösung: Nenner dürfen nicht 0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Multipliziere aus: (x+3)(x−3).
Lösung: x² − 9.
2. Löse: x+y=7 und x−y=1.
Lösung: x=4, y=3.
3. Vereinfache: 6x/(3x), x≠0.
Lösung: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der Schnittpunkt zweier Geraden im LGS?
Lösung: Er erfüllt beide Gleichungen gleichzeitig.
2. Vereinfache: 6x/(3x), x≠0.
Lösung: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Löse: x+y=7 und x−y=1.
Lösung: x=4, y=3.
2. Vereinfache: 6x/(3x), x≠0.
Lösung: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Faktorisiere: x² + 10x + 25.
Lösung: (x+5)².
2. Löse: 2/x = 1/3.
Lösung: x=6.
3. „Beim Addieren von Brüchen addiert man Zähler und Nenner.“ – Korrigiere.
Lösung: Nur gleichnamige Brüche werden über die Zähler addiert; der gemeinsame Nenner bleibt erhalten.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Vereinfache: 4x − 2x + 7.
Lösung: 2x + 7.
2. Ist (2|3) Lösung von x+y=5?
Lösung: Ja.
3. Für welche x ist 3/(x−2) nicht definiert?
Lösung: Für x=2.
4. Welche Struktur steckt in (a+b)²?
Lösung: Quadrat einer Summe: a² + 2ab + b².
5. Was bedeutet der Schnittpunkt zweier Geraden im LGS?
Lösung: Er erfüllt beide Gleichungen gleichzeitig.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Termumformungen, Rechengesetze und binomische Formeln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 Gleichungssysteme mit zwei Variablen; algebraische und grafische Verfahren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Bruchterme und elementare Bruchgleichungen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Arithmetik/Algebra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4x − 2x + 7.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(2|3) Lösung von x+y=5?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welche x ist 3/(x−2) nicht definiert?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4x − 2x + 7.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Struktur steckt in (a+b)²?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der Schnittpunkt zweier Geraden im LGS?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muss man bei Bruchtermen die Definitionsmenge beachten?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(a±b)²=a²±2ab+b²; (a+b)(a−b)=a²−b²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Lösung eines LGS = gemeinsamer Punkt aller Gleichungen.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Nenner ≠ 0; danach sinnvoll kürzen oder Hauptnenner verwenden.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(a±b)²=a²±2ab+b²; (a+b)(a−b)=a²−b²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Multipliziere aus: (x+3)(x−3).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x+y=7 und x−y=1.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6x/(3x), x≠0.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2606040"/>
            <a:ext cx="914400" cy="960120"/>
          </a:xfrm>
          <a:prstGeom prst="rect">
            <a:avLst/>
          </a:prstGeom>
          <a:solidFill>
            <a:srgbClr val="3B6EA5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606040"/>
            <a:ext cx="914400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6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3/5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645920" y="4846320"/>
            <a:ext cx="47548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473659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der Schnittpunkt zweier Geraden im LGS?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6x/(3x), x≠0.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x+y=7 und x−y=1.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6x/(3x), x≠0.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Faktorisiere: x² + 10x + 25.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2/x = 1/3.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„Beim Addieren von Brüchen addiert man Zähler und Nenner.“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4x − 2x + 7.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(2|3) Lösung von x+y=5?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welche x ist 3/(x−2) nicht definiert?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Struktur steckt in (a+b)²?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der Schnittpunkt zweier Geraden im LGS?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8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