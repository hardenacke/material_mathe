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Funktionen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Exponentielle Funktionen; Wachstums- und Zerfallsprozesse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Sinus- und Kosinusfunktion; periodische Vorgänge und Einheitskreis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Lineare, quadratische und exponentielle Modelle vergleichen und anwenden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Funktionen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f(x)=3·1,2ˣ: Wachstumsfaktor?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groß ist sin(90°)?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Welches Modell hat konstanten Zuwachs?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f(x)=3·1,2ˣ: Wachstumsfaktor?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Woran erkennt man exponentielles Wachstum?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„periodisch“?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unterscheidest du lineares und exponentielles Wachstum in einer Tabelle?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5F5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Exponentiell: f(x)=a·bˣ.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 und cos beschreiben periodische Vorgänge.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Modellwahl nach Struktur der Änderung, nicht nur nach „gutem Aussehen“.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5F5"/>
          </a:solidFill>
          <a:ln w="13970">
            <a:solidFill>
              <a:srgbClr val="2A7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Exponentiell: f(x)=a·bˣ.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Bakterien wachsen pro Stunde um 50 %. Anzahl nach 3 h?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Periode hat sin(x) in Gradmaß?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 10, 15, 22,5, 33,75: Welches Modell passt?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5440680"/>
            <a:ext cx="5394960" cy="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25880" y="5440680"/>
            <a:ext cx="0" cy="-333756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325880" y="1201681"/>
            <a:ext cx="67437" cy="13929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3317" y="1340976"/>
            <a:ext cx="67437" cy="13627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0754" y="1477253"/>
            <a:ext cx="67437" cy="13326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8191" y="1610513"/>
            <a:ext cx="67437" cy="13024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5628" y="1740756"/>
            <a:ext cx="67437" cy="12722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3065" y="1867982"/>
            <a:ext cx="67437" cy="12420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0502" y="1992191"/>
            <a:ext cx="67437" cy="12119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97939" y="2113382"/>
            <a:ext cx="67437" cy="11817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65376" y="2231556"/>
            <a:ext cx="67437" cy="11515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2813" y="2346713"/>
            <a:ext cx="67437" cy="11214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0250" y="2458853"/>
            <a:ext cx="67437" cy="1091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7687" y="2567976"/>
            <a:ext cx="67437" cy="10610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5124" y="2674081"/>
            <a:ext cx="67437" cy="10308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02561" y="2777169"/>
            <a:ext cx="67437" cy="10007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9998" y="2877240"/>
            <a:ext cx="67437" cy="9705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7435" y="2974294"/>
            <a:ext cx="67437" cy="9403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04872" y="3068330"/>
            <a:ext cx="67437" cy="9101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72309" y="3159350"/>
            <a:ext cx="67437" cy="8800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9746" y="3247352"/>
            <a:ext cx="67437" cy="8498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7183" y="3332337"/>
            <a:ext cx="67437" cy="8196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4620" y="3414304"/>
            <a:ext cx="67437" cy="7895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2057" y="3493255"/>
            <a:ext cx="67437" cy="7593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09494" y="3569188"/>
            <a:ext cx="67437" cy="7291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931" y="3642104"/>
            <a:ext cx="67437" cy="6989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4368" y="3712003"/>
            <a:ext cx="67437" cy="6688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1805" y="3778884"/>
            <a:ext cx="67437" cy="6386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79242" y="3842749"/>
            <a:ext cx="67437" cy="6084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46679" y="3903596"/>
            <a:ext cx="67437" cy="5783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14116" y="3961426"/>
            <a:ext cx="67437" cy="5481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81553" y="4016238"/>
            <a:ext cx="67437" cy="5179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48990" y="4068034"/>
            <a:ext cx="67437" cy="4877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16427" y="4116812"/>
            <a:ext cx="67437" cy="4576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83864" y="4162573"/>
            <a:ext cx="67437" cy="4274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51301" y="4205317"/>
            <a:ext cx="67437" cy="3972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18738" y="4245044"/>
            <a:ext cx="67437" cy="3670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86175" y="4281753"/>
            <a:ext cx="67437" cy="3369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53612" y="4315445"/>
            <a:ext cx="67437" cy="3067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21049" y="4346120"/>
            <a:ext cx="67437" cy="2765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88486" y="4373778"/>
            <a:ext cx="67437" cy="246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55923" y="4398419"/>
            <a:ext cx="67437" cy="216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4420042"/>
            <a:ext cx="67437" cy="1860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0797" y="4438648"/>
            <a:ext cx="67437" cy="1558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58234" y="4454237"/>
            <a:ext cx="67437" cy="1257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25671" y="4466809"/>
            <a:ext cx="67437" cy="955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93108" y="4476364"/>
            <a:ext cx="67437" cy="653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0545" y="4482901"/>
            <a:ext cx="67437" cy="352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27982" y="4486421"/>
            <a:ext cx="67437" cy="50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95419" y="4486924"/>
            <a:ext cx="67437" cy="-251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62856" y="4484409"/>
            <a:ext cx="67437" cy="-553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30293" y="4478878"/>
            <a:ext cx="67437" cy="-854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97730" y="4470329"/>
            <a:ext cx="67437" cy="-1156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65167" y="4458763"/>
            <a:ext cx="67437" cy="-1458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32604" y="4444180"/>
            <a:ext cx="67437" cy="-1760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00041" y="4426580"/>
            <a:ext cx="67437" cy="-2061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67478" y="4405962"/>
            <a:ext cx="67437" cy="-2363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34915" y="4382327"/>
            <a:ext cx="67437" cy="-2665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02352" y="4355675"/>
            <a:ext cx="67437" cy="-2966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69789" y="4326006"/>
            <a:ext cx="67437" cy="-3268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37226" y="4293319"/>
            <a:ext cx="67437" cy="-3570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04663" y="4257616"/>
            <a:ext cx="67437" cy="-3872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72100" y="4218895"/>
            <a:ext cx="67437" cy="-4173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39537" y="4177157"/>
            <a:ext cx="67437" cy="-4475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06974" y="4132401"/>
            <a:ext cx="67437" cy="-4777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74411" y="4084629"/>
            <a:ext cx="67437" cy="-5079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41848" y="4033839"/>
            <a:ext cx="67437" cy="-5380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09285" y="3980032"/>
            <a:ext cx="67437" cy="-568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76722" y="3923208"/>
            <a:ext cx="67437" cy="-598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44159" y="3863366"/>
            <a:ext cx="67437" cy="-6285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11596" y="3800508"/>
            <a:ext cx="67437" cy="-6587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79033" y="3734632"/>
            <a:ext cx="67437" cy="-6889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46470" y="3665739"/>
            <a:ext cx="67437" cy="-7191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13907" y="3593829"/>
            <a:ext cx="67437" cy="-7492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81344" y="3518901"/>
            <a:ext cx="67437" cy="-7794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48781" y="3440956"/>
            <a:ext cx="67437" cy="-8096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16218" y="3359994"/>
            <a:ext cx="67437" cy="-8397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83655" y="3276015"/>
            <a:ext cx="67437" cy="-8699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51092" y="3189019"/>
            <a:ext cx="67437" cy="-9001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18529" y="3099005"/>
            <a:ext cx="67437" cy="-9303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85966" y="3005975"/>
            <a:ext cx="67437" cy="-9604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53403" y="2909927"/>
            <a:ext cx="67437" cy="-9906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24128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Parabel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„periodisch“?</a:t>
            </a:r>
            <a:endParaRPr lang="en-US" sz="1650" dirty="0"/>
          </a:p>
        </p:txBody>
      </p:sp>
      <p:sp>
        <p:nvSpPr>
          <p:cNvPr id="105" name="Shape 10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 10, 15, 22,5, 33,75: Welches Modell passt?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Periode hat sin(x) in Gradmaß?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 10, 15, 22,5, 33,75: Welches Modell passt?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Halbwertszeit 4 h: Welcher Faktor gilt pro 4 h?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kann ein Modell außerhalb des beobachteten Bereichs unbrauchbar werden?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steigender Graph hat immer positive Funktionswerte.“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Funktionen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f(x)=3·1,2ˣ: Wachstumsfaktor?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groß ist sin(90°)?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Welches Modell hat konstanten Zuwachs?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Woran erkennt man exponentielles Wachstum?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„periodisch“?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10 – Funktionen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