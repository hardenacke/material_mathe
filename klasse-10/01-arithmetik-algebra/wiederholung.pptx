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Arithmetik/Algebra
Stufe: Klasse 10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Berechne: 16^(1/2).
Lösung: 4.
2. Löse: 2ˣ = 8.
Lösung: x=3.
3. Berechne: 16^(1/2).
Lösung: 4.
4. Löse: 2ˣ = 8.
Lösung: x=3.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Was bedeutet a^(1/n)?
Lösung: Die n-te Wurzel aus a (im passenden Definitionsbereich).
2. Was ist log_b(a)?
Lösung: Der Exponent, mit dem b potenziert werden muss, um a zu erhalten.
3. Was bedeutet a^(1/n)?
Lösung: Die n-te Wurzel aus a (im passenden Definitionsbereich).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Schreibe ∛(x²) als Potenz.
Lösung: x^(2/3).
2. Löse: 5·1,2ˣ = 10.
Lösung: x = ln(2)/ln(1,2) ≈ 3,80.
3. Schreibe ∛(x²) als Potenz.
Lösung: x^(2/3).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Was ist log_b(a)?
Lösung: Der Exponent, mit dem b potenziert werden muss, um a zu erhalten.
2. Löse: 5·1,2ˣ = 10.
Lösung: x = ln(2)/ln(1,2) ≈ 3,80.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Schreibe ∛(x²) als Potenz.
Lösung: x^(2/3).
2. Löse: 5·1,2ˣ = 10.
Lösung: x = ln(2)/ln(1,2) ≈ 3,80.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Vereinfache: 27^(2/3).
Lösung: 9.
2. Warum ist log(−3) im Reellen nicht definiert?
Lösung: Exponentialfunktionen mit positiver Basis nehmen nur positive Werte an.
3. „Ein Rechenergebnis ohne Einheit ist immer vollständig.“ – Korrigiere.
Lösung: Bei Größen und Sachaufgaben gehört die passende Einheit bzw. Kontextdeutung zur vollständigen Antwort.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Berechne: 16^(1/2).
Lösung: 4.
2. Löse: 2ˣ = 8.
Lösung: x=3.
3. Was bedeutet a^(1/n)?
Lösung: Die n-te Wurzel aus a (im passenden Definitionsbereich).
4. Was ist log_b(a)?
Lösung: Der Exponent, mit dem b potenziert werden muss, um a zu erhalten.
5. Was bedeutet a^(1/n)?
Lösung: Die n-te Wurzel aus a (im passenden Definitionsbereich).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3B6EA5"/>
          </a:solidFill>
          <a:ln w="12700">
            <a:solidFill>
              <a:srgbClr val="3B6EA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Arithmetik/Algebra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Potenzgesetze; Potenzen mit rationalen Exponenten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Exponentielle Gleichungen und Logarithmus als Umkehroperation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Arithmetik/Algebra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16^(1/2).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Löse: 2ˣ = 8.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16^(1/2).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Löse: 2ˣ = 8.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a^(1/n)?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log_b(a)?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a^(1/n)?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EAF1F7"/>
          </a:solidFill>
          <a:ln w="15240">
            <a:solidFill>
              <a:srgbClr val="3B6E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a^(m/n) = (ⁿ√a)^m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bˣ=a ⇔ x=log_b(a)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1F7"/>
          </a:solidFill>
          <a:ln w="13970">
            <a:solidFill>
              <a:srgbClr val="3B6E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a^(m/n) = (ⁿ√a)^m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Schreibe ∛(x²) als Potenz.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Löse: 5·1,2ˣ = 10.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Schreibe ∛(x²) als Potenz.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54480" y="4069080"/>
            <a:ext cx="4892040" cy="0"/>
          </a:xfrm>
          <a:prstGeom prst="line">
            <a:avLst/>
          </a:prstGeom>
          <a:noFill/>
          <a:ln w="2032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737360" y="395935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09344" y="4251960"/>
            <a:ext cx="274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423160" y="395935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95144" y="4251960"/>
            <a:ext cx="274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08960" y="395935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80944" y="4251960"/>
            <a:ext cx="274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794760" y="395935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66744" y="4251960"/>
            <a:ext cx="274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80560" y="395935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52544" y="4251960"/>
            <a:ext cx="274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166360" y="395935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38344" y="4251960"/>
            <a:ext cx="274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852160" y="395935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24144" y="4251960"/>
            <a:ext cx="274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34840" y="3922776"/>
            <a:ext cx="292608" cy="292608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4592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Zahlen · Terme · Strukturen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EAF1F7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log_b(a)?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Löse: 5·1,2ˣ = 10.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AF1F7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Schreibe ∛(x²) als Potenz.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Löse: 5·1,2ˣ = 10.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Vereinfache: 27^(2/3).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log(−3) im Reellen nicht definiert?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„Ein Rechenergebnis ohne Einheit ist immer vollständig.“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Arithmetik/Algebra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16^(1/2).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Löse: 2ˣ = 8.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a^(1/n)?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log_b(a)?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a^(1/n)?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10 – Arithmetik/Algebra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