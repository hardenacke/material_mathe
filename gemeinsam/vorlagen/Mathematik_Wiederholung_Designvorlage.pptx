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1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685800" y="1261872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758952" y="1289304"/>
            <a:ext cx="1773936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/ Kurs</a:t>
            </a:r>
            <a:endParaRPr lang="en-US" sz="1050" dirty="0"/>
          </a:p>
        </ns0:txBody>
      </ns0:sp>
      <ns0:sp>
        <ns0:nvSpPr>
          <ns0:cNvPr id="4" name="Text 2"/>
          <ns0:cNvSpPr/>
          <ns0:nvPr/>
        </ns0:nvSpPr>
        <ns0:spPr>
          <a:xfrm>
            <a:off x="685800" y="1828800"/>
            <a:ext cx="10332720" cy="6583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Themengebiet</a:t>
            </a:r>
            <a:endParaRPr lang="en-US" sz="33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2633472"/>
            <a:ext cx="9509760" cy="34747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Designvorlage</a:t>
            </a:r>
            <a:endParaRPr lang="en-US" sz="16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777240" y="3291840"/>
            <a:ext cx="5669280" cy="196596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leichter Einstieg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Begriffe &amp; Grundideen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Rechnen &amp; Darstellungen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Kontext &amp; Transfer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5-Minuten-Check</a:t>
            </a:r>
            <a:endParaRPr lang="en-US" sz="170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ns0:txBody>
      </ns0:sp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Inhaltsfolie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Titel, Untertitel, Akzentfarbe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731520" y="1600200"/>
            <a:ext cx="73152" cy="18288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914400" y="1737360"/>
            <a:ext cx="49377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</a:t>
            </a:r>
            <a:endParaRPr lang="en-US" sz="1150" dirty="0"/>
          </a:p>
        </ns0:txBody>
      </ns0:sp>
      <ns0:sp>
        <ns0:nvSpPr>
          <ns0:cNvPr id="8" name="Text 6"/>
          <ns0:cNvSpPr/>
          <ns0:nvPr/>
        </ns0:nvSpPr>
        <ns0:spPr>
          <a:xfrm>
            <a:off x="914400" y="2084832"/>
            <a:ext cx="4937760" cy="122529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 steht eine kurze, gut lesbare Aufgabe.</a:t>
            </a:r>
            <a:endParaRPr lang="en-US" sz="19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199632" y="1600200"/>
            <a:ext cx="73152" cy="18288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82512" y="1737360"/>
            <a:ext cx="49377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Hinweis</a:t>
            </a:r>
            <a:endParaRPr lang="en-US" sz="115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382512" y="2084832"/>
            <a:ext cx="4937760" cy="122529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321040" y="5120640"/>
            <a:ext cx="685800" cy="1645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8321040" y="5330952"/>
            <a:ext cx="28803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Formel / Merksatz</a:t>
            </a:r>
            <a:endParaRPr lang="en-US" sz="14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Darstellungsfolie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 links · Fragen rechts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5349240"/>
            <a:ext cx="4206240" cy="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5349240"/>
            <a:ext cx="-1097280" cy="-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331720"/>
            <a:ext cx="-3108960" cy="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Beziehungen erkennst du?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Aussage kannst du sicher begründen?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4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34440"/>
            <a:ext cx="685800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 / Exit-Check</a:t>
            </a:r>
            <a:endParaRPr lang="en-US" sz="28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73152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 · Exit-Layout ·</a:t>
            </a:r>
            <a:endParaRPr lang="en-US" sz="13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896112" y="2478024"/>
            <a:ext cx="34747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353312" y="2450592"/>
            <a:ext cx="4425696" cy="56692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1</a:t>
            </a:r>
            <a:endParaRPr lang="en-US" sz="143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6400800" y="2478024"/>
            <a:ext cx="34747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6858000" y="2450592"/>
            <a:ext cx="4425696" cy="56692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2</a:t>
            </a:r>
            <a:endParaRPr lang="en-US" sz="143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896112" y="3575304"/>
            <a:ext cx="34747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1353312" y="3547872"/>
            <a:ext cx="4425696" cy="56692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3</a:t>
            </a:r>
            <a:endParaRPr lang="en-US" sz="143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6400800" y="3575304"/>
            <a:ext cx="34747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6858000" y="3547872"/>
            <a:ext cx="4425696" cy="56692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4</a:t>
            </a:r>
            <a:endParaRPr lang="en-US" sz="14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896112" y="4672584"/>
            <a:ext cx="34747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1353312" y="4645152"/>
            <a:ext cx="9957816" cy="56692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5</a:t>
            </a:r>
            <a:endParaRPr lang="en-US" sz="14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Mathematik Wiederholung – Designvorlage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