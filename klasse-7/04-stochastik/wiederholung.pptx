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D9863D"/>
          </a:solidFill>
          <a:ln w="12700">
            <a:solidFill>
              <a:srgbClr val="D9863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Stochastik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Laplace-Experimente und Wahrscheinlichkeiten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Mehrstufige Zufallsexperimente, Baumdiagramme und erste Pfadregeln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Stochastik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Fairer Würfel: P(gerade Zahl)?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Fairer Würfel: P(gerade Zahl)?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ein Experiment ein Laplace-Experiment?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ein Experiment ein Laplace-Experiment?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BF0E6"/>
          </a:solidFill>
          <a:ln w="15240">
            <a:solidFill>
              <a:srgbClr val="D98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Laplace: P(E)=günstige Ergebnisse/mögliche Ergebnisse.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Entlang eines Pfades multiplizieren; passende Pfade addieren.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BF0E6"/>
          </a:solidFill>
          <a:ln w="13970">
            <a:solidFill>
              <a:srgbClr val="D98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Laplace: P(E)=günstige Ergebnisse/mögliche Ergebnisse.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Urne 3 rote, 2 blaue gleichartige Kugeln. P(rot)?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Urne 3 rote, 2 blaue gleichartige Kugeln. P(rot)?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45920" y="3840480"/>
            <a:ext cx="201168" cy="201168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47088" y="3941064"/>
            <a:ext cx="1627632" cy="-100584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47088" y="3941064"/>
            <a:ext cx="1627632" cy="10972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0" y="2834640"/>
            <a:ext cx="219456" cy="219456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2944368"/>
            <a:ext cx="1883664" cy="-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94176" y="2944368"/>
            <a:ext cx="1883664" cy="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0" y="4937760"/>
            <a:ext cx="219456" cy="219456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94176" y="5047488"/>
            <a:ext cx="1883664" cy="-59436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5047488"/>
            <a:ext cx="1883664" cy="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0" y="219456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77840" y="347472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77840" y="434340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77840" y="557784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Urne 3 rote, 2 blaue gleichartige Kugeln. P(rot)?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darf man bei einem gezinkten Würfel nicht „günstig durch möglich“ zählen?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berechnet man „mindestens einmal Treffer“ oft einfacher?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„Wahrscheinlichkeit 0,7 bedeutet: In 10 Versuchen treten genau 7 Treffer auf.“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Stochastik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Fairer Würfel: P(gerade Zahl)?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ein Experiment ein Laplace-Experiment?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ein Experiment ein Laplace-Experiment?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7 – Stochastik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