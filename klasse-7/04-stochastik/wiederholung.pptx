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Klasse 7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Fairer Würfel: P(gerade Zahl)?
Lösung: 3/6=1/2.
2. Zweimal faire Münze: P(Kopf, Kopf)?
Lösung: 1/2·1/2=1/4.
3. Fairer Würfel: P(gerade Zahl)?
Lösung: 3/6=1/2.
4. Zweimal faire Münze: P(Kopf, Kopf)?
Lösung: 1/2·1/2=1/4.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Wann ist ein Experiment ein Laplace-Experiment?
Lösung: Wenn alle Elementarereignisse gleich wahrscheinlich sind.
2. Was zeigt ein Pfad im Baumdiagramm?
Lösung: Eine vollständige Folge von Ergebnissen.
3. Wann ist ein Experiment ein Laplace-Experiment?
Lösung: Wenn alle Elementarereignisse gleich wahrscheinlich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Urne 3 rote, 2 blaue gleichartige Kugeln. P(rot)?
Lösung: 3/5.
2. Würfel zweimal: P(zweimal 6)?
Lösung: 1/36.
3. Urne 3 rote, 2 blaue gleichartige Kugeln. P(rot)?
Lösung: 3/5.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zeigt ein Pfad im Baumdiagramm?
Lösung: Eine vollständige Folge von Ergebnissen.
2. Würfel zweimal: P(zweimal 6)?
Lösung: 1/36.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Urne 3 rote, 2 blaue gleichartige Kugeln. P(rot)?
Lösung: 3/5.
2. Würfel zweimal: P(zweimal 6)?
Lösung: 1/36.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darf man bei einem gezinkten Würfel nicht „günstig durch möglich“ zählen?
Lösung: Ergebnisse sind nicht gleich wahrscheinlich.
2. Wie berechnet man „mindestens einmal Treffer“ oft einfacher?
Lösung: Über das Gegenereignis: 1−P(kein Treffer).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Fairer Würfel: P(gerade Zahl)?
Lösung: 3/6=1/2.
2. Zweimal faire Münze: P(Kopf, Kopf)?
Lösung: 1/2·1/2=1/4.
3. Wann ist ein Experiment ein Laplace-Experiment?
Lösung: Wenn alle Elementarereignisse gleich wahrscheinlich sind.
4. Was zeigt ein Pfad im Baumdiagramm?
Lösung: Eine vollständige Folge von Ergebnissen.
5. Wann ist ein Experiment ein Laplace-Experiment?
Lösung: Wenn alle Elementarereignisse gleich wahrscheinlich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Laplace-Experimente und Wahrscheinlichkeiten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Mehrstufige Zufallsexperimente, Baumdiagramme und erste Pfadregeln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Fairer Würfel: P(gerade Zahl)?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Fairer Würfel: P(gerade Zahl)?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ein Experiment ein Laplace-Experiment?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ein Experiment ein Laplace-Experiment?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Laplace: P(E)=günstige Ergebnisse/mögliche Ergebnisse.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Entlang eines Pfades multiplizieren; passende Pfade addieren.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Laplace: P(E)=günstige Ergebnisse/mögliche Ergebnisse.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 3 rote, 2 blaue gleichartige Kugeln. P(rot)?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 3 rote, 2 blaue gleichartige Kugeln. P(rot)?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 3 rote, 2 blaue gleichartige Kugeln. P(rot)?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 zweimal: P(zweimal 6)?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darf man bei einem gezinkten Würfel nicht „günstig durch möglich“ zählen?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berechnet man „mindestens einmal Treffer“ oft einfacher?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Fairer Würfel: P(gerade Zahl)?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Zweimal faire Münze: P(Kopf, Kopf)?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ein Experiment ein Laplace-Experiment?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zeigt ein Pfad im Baumdiagramm?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ein Experiment ein Laplace-Experiment?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7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