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Arithmetik/Algebra
Stufe: Klasse 7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Berechne: −7 + 12.
Lösung: 5.
2. Vereinfache: 3x + 2x.
Lösung: 5x.
3. Löse: x + 7 = 19.
Lösung: x = 12.
4. Berechne: −7 + 12.
Lösung: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ist (−3)·(−4) positiv?
Lösung: Zwei Vorzeichenwechsel heben sich auf; Ergebnis 12.
2. Welche Rollen kann eine Variable haben?
Lösung: Zum Beispiel Veränderliche, Platzhalter oder Unbekannte.
3. Was bedeutet „Äquivalenzumformung“?
Lösung: Eine Umformung, die die Lösungsmenge nicht verändert.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Berechne: −18 : 6 − 4.
Lösung: −3 − 4 = −7.
2. Stelle einen Term auf: „Das Dreifache einer Zahl minus 5“.
Lösung: 3x − 5.
3. Löse: 4x − 6 = 18.
Lösung: x =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Rollen kann eine Variable haben?
Lösung: Zum Beispiel Veränderliche, Platzhalter oder Unbekannte.
2. Löse: 4x − 6 = 18.
Lösung: x =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Stelle einen Term auf: „Das Dreifache einer Zahl minus 5“.
Lösung: 3x − 5.
2. Löse: 4x − 6 = 18.
Lösung: x =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Setze &lt;, &gt; oder =: −2/3 __ −0,6.
Lösung: −2/3 &lt; −0,6.
2. Eine Taxifahrt kostet 4 € Grundpreis und 2 € je km. Bei 18 €: Wie viele km?
Lösung: 4 + 2x = 18 → x = 7 km.
3. „Ein Rechenergebnis ohne Einheit ist immer vollständig.“ – Korrigiere.
Lösung: Bei Größen und Sachaufgaben gehört die passende Einheit bzw. Kontextdeutung zur vollständigen Antwort.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Berechne: −7 + 12.
Lösung: 5.
2. Vereinfache: 3x + 2x.
Lösung: 5x.
3. Löse: x + 7 = 19.
Lösung: x = 12.
4. Warum ist (−3)·(−4) positiv?
Lösung: Zwei Vorzeichenwechsel heben sich auf; Ergebnis 12.
5. Welche Rollen kann eine Variable haben?
Lösung: Zum Beispiel Veränderliche, Platzhalter oder Unbekannte.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6EA5"/>
          </a:solidFill>
          <a:ln w="12700">
            <a:solidFill>
              <a:srgbClr val="3B6EA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Arithmetik/Algebra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 Zahlen; Zahlengerade; Vorzeichenregeln; Rechengesetze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als Veränderliche, Platzhalter und Unbekannte; Terme umformen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Lineare Gleichungen algebraisch lösen und im Kontext deuten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Arithmetik/Algebra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−7 + 12.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3x + 2x.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x + 7 = 19.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−7 + 12.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(−3)·(−4) positiv?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Rollen kann eine Variable haben?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„Äquivalenzumformung“?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1F7"/>
          </a:solidFill>
          <a:ln w="15240">
            <a:solidFill>
              <a:srgbClr val="3B6E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Gleiche Vorzeichen beim Multiplizieren/Dividieren → positiv; verschiedene → negativ.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Nur gleichartige Terme dürfen addiert/subtrahiert werden.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Auf beiden Seiten immer dieselbe Operation ausführen.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1F7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Gleiche Vorzeichen beim Multiplizieren/Dividieren → positiv; verschiedene → negativ.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−18 : 6 − 4.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Stelle einen Term auf: „Das Dreifache einer Zahl minus 5“.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4x − 6 = 18.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4069080"/>
            <a:ext cx="4892040" cy="0"/>
          </a:xfrm>
          <a:prstGeom prst="line">
            <a:avLst/>
          </a:prstGeom>
          <a:noFill/>
          <a:ln w="2032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7373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93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231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951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089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809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947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25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663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83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521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241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34840" y="3922776"/>
            <a:ext cx="292608" cy="292608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Zahlen · Terme · Strukturen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Rollen kann eine Variable haben?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4x − 6 = 18.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Stelle einen Term auf: „Das Dreifache einer Zahl minus 5“.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4x − 6 = 18.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Setze &lt;, &gt; oder =: −2/3 __ −0,6.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Taxifahrt kostet 4 € Grundpreis und 2 € je km. Bei 18 €: Wie viele km?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Rechenergebnis ohne Einheit ist immer vollständig.“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Arithmetik/Algebra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−7 + 12.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3x + 2x.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x + 7 = 19.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(−3)·(−4) positiv?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Rollen kann eine Variable haben?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7 – Arithmetik/Algebra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