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Geometrie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Neben-, Scheitel-, Stufen- und Wechselwinkel; geometrisch argumentieren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Dreiecke konstruieren; Kongruenzsätze; eindeutige Konstruierbarkeit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Innenwinkelsumme im Dreieck und in Vielecken; Begründen und Anwenden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Geometrie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Nebenwinkel ist 68°. Wie groß ist der andere?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„kongruent“?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Innenwinkelsumme im Dreieck?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Nebenwinkel ist 68°. Wie groß ist der andere?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Winkel sind bei zwei Parallelen und einer Transversalen gleich groß?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Nenne drei Kongruenzsätze.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lässt sich die Innenwinkelsumme eines n-Ecks bestimmen?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Nebenwinkel ergänzen sich zu 180°; Scheitelwinkel sind gleich.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Kongruenzsätze sichern eindeutige Konstruierbarkeit.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Innenwinkelsumme im n-Eck: (n−2)·180°.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Nebenwinkel ergänzen sich zu 180°; Scheitelwinkel sind gleich.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Scheitelwinkel α=47°. Bestimme den gegenüberliegenden Winkel.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Reichen drei Winkel zur eindeutigen Dreieckskonstruktion?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Regelmäßiges Fünfeck: ein Innenwinkel?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5349240"/>
            <a:ext cx="4206240" cy="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5349240"/>
            <a:ext cx="-1097280" cy="-30175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-3108960" cy="30175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5920" y="539496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39496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2011680"/>
            <a:ext cx="274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Nenne drei Kongruenzsätze.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Regelmäßiges Fünfeck: ein Innenwinkel?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Reichen drei Winkel zur eindeutigen Dreieckskonstruktion?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Regelmäßiges Fünfeck: ein Innenwinkel?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kann man Parallelität mit Winkelbeziehungen begründen?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Vieleck hat Innenwinkelsumme 1260°. Wie viele Ecken?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7 · Geometrie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Nebenwinkel ist 68°. Wie groß ist der andere?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„kongruent“?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Innenwinkelsumme im Dreieck?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Winkel sind bei zwei Parallelen und einer Transversalen gleich groß?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Nenne drei Kongruenzsätze.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7 – Geometrie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