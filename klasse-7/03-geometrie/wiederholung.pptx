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Geometrie
Stufe: Klasse 7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Ein Nebenwinkel ist 68°. Wie groß ist der andere?
Lösung: 112°.
2. Was bedeutet „kongruent“?
Lösung: Deckungsgleich.
3. Innenwinkelsumme im Dreieck?
Lösung: 180°.
4. Ein Nebenwinkel ist 68°. Wie groß ist der andere?
Lösung: 112°.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Winkel sind bei zwei Parallelen und einer Transversalen gleich groß?
Lösung: Stufen- und Wechselwinkel; Scheitelwinkel ebenfalls.
2. Nenne drei Kongruenzsätze.
Lösung: SSS, SWS, WSW; außerdem SSW unter Bedingungen.
3. Wie lässt sich die Innenwinkelsumme eines n-Ecks bestimmen?
Lösung: (n−2)·180°.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Scheitelwinkel α=47°. Bestimme den gegenüberliegenden Winkel.
Lösung: 47°.
2. Reichen drei Winkel zur eindeutigen Dreieckskonstruktion?
Lösung: Nein, sie bestimmen nur die Form, nicht die Größe.
3. Regelmäßiges Fünfeck: ein Innenwinkel?
Lösung: 540°/5 = 108°.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Nenne drei Kongruenzsätze.
Lösung: SSS, SWS, WSW; außerdem SSW unter Bedingungen.
2. Regelmäßiges Fünfeck: ein Innenwinkel?
Lösung: 540°/5 = 108°.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Reichen drei Winkel zur eindeutigen Dreieckskonstruktion?
Lösung: Nein, sie bestimmen nur die Form, nicht die Größe.
2. Regelmäßiges Fünfeck: ein Innenwinkel?
Lösung: 540°/5 = 108°.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kann man Parallelität mit Winkelbeziehungen begründen?
Lösung: Sind passende Stufen-/Wechselwinkel gleich, sind die Geraden parallel.
2. Ein Vieleck hat Innenwinkelsumme 1260°. Wie viele Ecken?
Lösung: (n−2)·180=1260 → n=9.
3. „Was in der Zeichnung gleich aussieht, ist bewiesen gleich.“ – Korrigiere.
Lösung: Eine Zeichnung liefert Hinweise, aber Gleichheit muss über Voraussetzungen/Sätze begründet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Ein Nebenwinkel ist 68°. Wie groß ist der andere?
Lösung: 112°.
2. Was bedeutet „kongruent“?
Lösung: Deckungsgleich.
3. Innenwinkelsumme im Dreieck?
Lösung: 180°.
4. Welche Winkel sind bei zwei Parallelen und einer Transversalen gleich groß?
Lösung: Stufen- und Wechselwinkel; Scheitelwinkel ebenfalls.
5. Nenne drei Kongruenzsätze.
Lösung: SSS, SWS, WSW; außerdem SSW unter Bedingungen.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Geometrie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Neben-, Scheitel-, Stufen- und Wechselwinkel; geometrisch argumentieren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Dreiecke konstruieren; Kongruenzsätze; eindeutige Konstruierbarkeit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Innenwinkelsumme im Dreieck und in Vielecken; Begründen und Anwenden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Geometrie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Nebenwinkel ist 68°. Wie groß ist der andere?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„kongruent“?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Innenwinkelsumme im Dreieck?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Nebenwinkel ist 68°. Wie groß ist der andere?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Winkel sind bei zwei Parallelen und einer Transversalen gleich groß?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Nenne drei Kongruenzsätze.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lässt sich die Innenwinkelsumme eines n-Ecks bestimmen?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Nebenwinkel ergänzen sich zu 180°; Scheitelwinkel sind gleich.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Kongruenzsätze sichern eindeutige Konstruierbarkeit.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Innenwinkelsumme im n-Eck: (n−2)·180°.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Nebenwinkel ergänzen sich zu 180°; Scheitelwinkel sind gleich.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Scheitelwinkel α=47°. Bestimme den gegenüberliegenden Winkel.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Reichen drei Winkel zur eindeutigen Dreieckskonstruktion?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Regelmäßiges Fünfeck: ein Innenwinkel?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5349240"/>
            <a:ext cx="4206240" cy="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5349240"/>
            <a:ext cx="-1097280" cy="-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331720"/>
            <a:ext cx="-3108960" cy="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01168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Nenne drei Kongruenzsätze.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Regelmäßiges Fünfeck: ein Innenwinkel?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Reichen drei Winkel zur eindeutigen Dreieckskonstruktion?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Regelmäßiges Fünfeck: ein Innenwinkel?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kann man Parallelität mit Winkelbeziehungen begründen?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Vieleck hat Innenwinkelsumme 1260°. Wie viele Ecken?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Geometrie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Nebenwinkel ist 68°. Wie groß ist der andere?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„kongruent“?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Innenwinkelsumme im Dreieck?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Winkel sind bei zwei Parallelen und einer Transversalen gleich groß?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Nenne drei Kongruenzsätze.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7 – Geometrie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