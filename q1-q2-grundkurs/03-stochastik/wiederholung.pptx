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Urnenmodelle, Baumdiagramme, Vierfeldertafeln, bedingte Wahrscheinlichkeit, Pfadregeln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Diskrete Zufallsgrößen; Erwartungswert, Varianz und Standardabweichung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Binomialverteilung; Kenngrößen und Histogramme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Stochastik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nimmt 0 mit 0,4 und 1 mit 0,6 an. E(X)?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Bedingungen hat ein Binomialmodell?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beschreibt der Erwartungswert?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E(X) bei X~B(n,p)?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P(A|B)=P(A∩B)/P(B), sofern P(B)&gt;0.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E(X)=Σ xᵢ·P(X=xᵢ).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P(X=k)=C(n,k)p^k(1−p)^(n−k).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P(A|B)=P(A∩B)/P(B), sofern P(B)&gt;0.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Personen, 20 tragen Brille; davon 8 fahren Bus. P(Bus | Brille)?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 0,1,2 mit P=0,25;0,5;0,25. E(X)?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beschreibt der Erwartungswert?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 0,1,2 mit P=0,25;0,5;0,25. E(X)?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P(A|B) deutlich von P(A) abweichen?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berechnest du P(X≥1) oft effizient?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07008"/>
            <a:ext cx="7680960" cy="512064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</a:t>
            </a:r>
            <a:endParaRPr lang="en-US" sz="27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104241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Stochastik</a:t>
            </a:r>
            <a:endParaRPr lang="en-US" sz="125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896112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194560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P(X=2) für X~B(4;0,5).</a:t>
            </a:r>
            <a:endParaRPr lang="en-US" sz="123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6400800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699248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E(X) für X=0,1,2 mit P=0,25; 0,50; 0,25.</a:t>
            </a:r>
            <a:endParaRPr lang="en-US" sz="123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96112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</a:t>
            </a:r>
            <a:endParaRPr lang="en-US" sz="82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194560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Sie, was die Standardabweichung einer Zufallsgröße angibt.</a:t>
            </a:r>
            <a:endParaRPr lang="en-US" sz="12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400800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INTERPRETIEREN</a:t>
            </a:r>
            <a:endParaRPr lang="en-US" sz="82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7699248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Interpretieren Sie P(A|B)=0,4 in Worten.</a:t>
            </a:r>
            <a:endParaRPr lang="en-US" sz="123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896112" y="4709160"/>
            <a:ext cx="1161288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2258568" y="4626864"/>
            <a:ext cx="9089136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„E(X)=3 bedeutet, dass X=3 am wahrscheinlichsten ist.“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49808" y="5632704"/>
            <a:ext cx="57607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4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629400" y="5605272"/>
            <a:ext cx="960120" cy="201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7680960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8887968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10094976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Grundkurs (Q1/Q2)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